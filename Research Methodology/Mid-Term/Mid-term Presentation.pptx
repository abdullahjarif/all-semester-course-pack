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4"/>
  </p:notesMasterIdLst>
  <p:sldIdLst>
    <p:sldId id="256" r:id="rId2"/>
    <p:sldId id="314" r:id="rId3"/>
    <p:sldId id="307" r:id="rId4"/>
    <p:sldId id="280" r:id="rId5"/>
    <p:sldId id="259" r:id="rId6"/>
    <p:sldId id="274" r:id="rId7"/>
    <p:sldId id="265" r:id="rId8"/>
    <p:sldId id="315" r:id="rId9"/>
    <p:sldId id="261" r:id="rId10"/>
    <p:sldId id="309" r:id="rId11"/>
    <p:sldId id="262" r:id="rId12"/>
    <p:sldId id="316" r:id="rId13"/>
    <p:sldId id="311" r:id="rId14"/>
    <p:sldId id="310" r:id="rId15"/>
    <p:sldId id="317" r:id="rId16"/>
    <p:sldId id="272" r:id="rId17"/>
    <p:sldId id="312" r:id="rId18"/>
    <p:sldId id="318" r:id="rId19"/>
    <p:sldId id="286" r:id="rId20"/>
    <p:sldId id="283" r:id="rId21"/>
    <p:sldId id="287" r:id="rId22"/>
    <p:sldId id="285" r:id="rId23"/>
  </p:sldIdLst>
  <p:sldSz cx="9144000" cy="5143500" type="screen16x9"/>
  <p:notesSz cx="6858000" cy="9144000"/>
  <p:embeddedFontLst>
    <p:embeddedFont>
      <p:font typeface="Chivo" panose="020B0604020202020204" charset="0"/>
      <p:regular r:id="rId25"/>
      <p:bold r:id="rId26"/>
      <p:italic r:id="rId27"/>
      <p:boldItalic r:id="rId28"/>
    </p:embeddedFont>
    <p:embeddedFont>
      <p:font typeface="Daytona" panose="020B0604030500040204" pitchFamily="34" charset="0"/>
      <p:regular r:id="rId29"/>
      <p:bold r:id="rId30"/>
      <p:italic r:id="rId31"/>
      <p:boldItalic r:id="rId32"/>
    </p:embeddedFont>
    <p:embeddedFont>
      <p:font typeface="DM Sans" pitchFamily="2" charset="0"/>
      <p:regular r:id="rId33"/>
      <p:bold r:id="rId34"/>
      <p:italic r:id="rId35"/>
      <p:boldItalic r:id="rId36"/>
    </p:embeddedFont>
    <p:embeddedFont>
      <p:font typeface="Familjen Grotesk" panose="020B0604020202020204" charset="0"/>
      <p:regular r:id="rId37"/>
      <p:bold r:id="rId38"/>
      <p:italic r:id="rId39"/>
      <p:boldItalic r:id="rId40"/>
    </p:embeddedFont>
    <p:embeddedFont>
      <p:font typeface="Nunito" pitchFamily="2"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Outfit Extra Bold" panose="020B0604020202020204" charset="0"/>
      <p:regular r:id="rId49"/>
    </p:embeddedFont>
    <p:embeddedFont>
      <p:font typeface="Roboto Condensed Light" panose="02000000000000000000" pitchFamily="2" charset="0"/>
      <p:regular r:id="rId50"/>
      <p: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9C"/>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D2C383-ACFD-494C-9024-223D43F63042}">
  <a:tblStyle styleId="{30D2C383-ACFD-494C-9024-223D43F630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38" autoAdjust="0"/>
  </p:normalViewPr>
  <p:slideViewPr>
    <p:cSldViewPr snapToGrid="0">
      <p:cViewPr>
        <p:scale>
          <a:sx n="100" d="100"/>
          <a:sy n="100" d="100"/>
        </p:scale>
        <p:origin x="87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BF1E9A99-969F-A9EB-E341-D2284856C93D}"/>
            </a:ext>
          </a:extLst>
        </p:cNvPr>
        <p:cNvGrpSpPr/>
        <p:nvPr/>
      </p:nvGrpSpPr>
      <p:grpSpPr>
        <a:xfrm>
          <a:off x="0" y="0"/>
          <a:ext cx="0" cy="0"/>
          <a:chOff x="0" y="0"/>
          <a:chExt cx="0" cy="0"/>
        </a:xfrm>
      </p:grpSpPr>
      <p:sp>
        <p:nvSpPr>
          <p:cNvPr id="476" name="Google Shape;476;g20f41e19245_0_0:notes">
            <a:extLst>
              <a:ext uri="{FF2B5EF4-FFF2-40B4-BE49-F238E27FC236}">
                <a16:creationId xmlns:a16="http://schemas.microsoft.com/office/drawing/2014/main" id="{8F67A5C8-C853-B418-B120-25A00282AA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a:extLst>
              <a:ext uri="{FF2B5EF4-FFF2-40B4-BE49-F238E27FC236}">
                <a16:creationId xmlns:a16="http://schemas.microsoft.com/office/drawing/2014/main" id="{8187DE25-3A3E-3420-1664-D7DFDEE6A9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3675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a:extLst>
            <a:ext uri="{FF2B5EF4-FFF2-40B4-BE49-F238E27FC236}">
              <a16:creationId xmlns:a16="http://schemas.microsoft.com/office/drawing/2014/main" id="{BCCD5622-08B0-5FA0-8982-81DBB9723C3D}"/>
            </a:ext>
          </a:extLst>
        </p:cNvPr>
        <p:cNvGrpSpPr/>
        <p:nvPr/>
      </p:nvGrpSpPr>
      <p:grpSpPr>
        <a:xfrm>
          <a:off x="0" y="0"/>
          <a:ext cx="0" cy="0"/>
          <a:chOff x="0" y="0"/>
          <a:chExt cx="0" cy="0"/>
        </a:xfrm>
      </p:grpSpPr>
      <p:sp>
        <p:nvSpPr>
          <p:cNvPr id="751" name="Google Shape;751;gd1bf8d60a4_0_26:notes">
            <a:extLst>
              <a:ext uri="{FF2B5EF4-FFF2-40B4-BE49-F238E27FC236}">
                <a16:creationId xmlns:a16="http://schemas.microsoft.com/office/drawing/2014/main" id="{7CADE094-2664-9001-43F5-B9E30528F1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d1bf8d60a4_0_26:notes">
            <a:extLst>
              <a:ext uri="{FF2B5EF4-FFF2-40B4-BE49-F238E27FC236}">
                <a16:creationId xmlns:a16="http://schemas.microsoft.com/office/drawing/2014/main" id="{18B1972F-3224-DF15-F2D3-2DA20F530D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36089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d1bf8d60a4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d1bf8d60a4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d1bf8d60a4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8" name="Google Shape;1018;gd1bf8d60a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d1bf8d60a4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d1bf8d60a4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025E0DE4-B82C-1E91-53D5-79D57E47D69D}"/>
            </a:ext>
          </a:extLst>
        </p:cNvPr>
        <p:cNvGrpSpPr/>
        <p:nvPr/>
      </p:nvGrpSpPr>
      <p:grpSpPr>
        <a:xfrm>
          <a:off x="0" y="0"/>
          <a:ext cx="0" cy="0"/>
          <a:chOff x="0" y="0"/>
          <a:chExt cx="0" cy="0"/>
        </a:xfrm>
      </p:grpSpPr>
      <p:sp>
        <p:nvSpPr>
          <p:cNvPr id="476" name="Google Shape;476;g20f41e19245_0_0:notes">
            <a:extLst>
              <a:ext uri="{FF2B5EF4-FFF2-40B4-BE49-F238E27FC236}">
                <a16:creationId xmlns:a16="http://schemas.microsoft.com/office/drawing/2014/main" id="{BB366C6B-CC1E-C8BD-DA33-8A3D8D16EF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a:extLst>
              <a:ext uri="{FF2B5EF4-FFF2-40B4-BE49-F238E27FC236}">
                <a16:creationId xmlns:a16="http://schemas.microsoft.com/office/drawing/2014/main" id="{219BF742-A006-7B71-610C-A29969350E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94633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a:extLst>
            <a:ext uri="{FF2B5EF4-FFF2-40B4-BE49-F238E27FC236}">
              <a16:creationId xmlns:a16="http://schemas.microsoft.com/office/drawing/2014/main" id="{B49BABA2-2973-0054-8708-26D8A57E6367}"/>
            </a:ext>
          </a:extLst>
        </p:cNvPr>
        <p:cNvGrpSpPr/>
        <p:nvPr/>
      </p:nvGrpSpPr>
      <p:grpSpPr>
        <a:xfrm>
          <a:off x="0" y="0"/>
          <a:ext cx="0" cy="0"/>
          <a:chOff x="0" y="0"/>
          <a:chExt cx="0" cy="0"/>
        </a:xfrm>
      </p:grpSpPr>
      <p:sp>
        <p:nvSpPr>
          <p:cNvPr id="679" name="Google Shape;679;gd1bf8d60a4_0_76:notes">
            <a:extLst>
              <a:ext uri="{FF2B5EF4-FFF2-40B4-BE49-F238E27FC236}">
                <a16:creationId xmlns:a16="http://schemas.microsoft.com/office/drawing/2014/main" id="{B84EAC90-DBF6-1947-96E2-C7F1D1A37D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d1bf8d60a4_0_76:notes">
            <a:extLst>
              <a:ext uri="{FF2B5EF4-FFF2-40B4-BE49-F238E27FC236}">
                <a16:creationId xmlns:a16="http://schemas.microsoft.com/office/drawing/2014/main" id="{02F9481C-2383-1517-7DF0-67D5706536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927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16B3FD6F-5770-E3CB-E9D6-F0681D524C99}"/>
            </a:ext>
          </a:extLst>
        </p:cNvPr>
        <p:cNvGrpSpPr/>
        <p:nvPr/>
      </p:nvGrpSpPr>
      <p:grpSpPr>
        <a:xfrm>
          <a:off x="0" y="0"/>
          <a:ext cx="0" cy="0"/>
          <a:chOff x="0" y="0"/>
          <a:chExt cx="0" cy="0"/>
        </a:xfrm>
      </p:grpSpPr>
      <p:sp>
        <p:nvSpPr>
          <p:cNvPr id="476" name="Google Shape;476;g20f41e19245_0_0:notes">
            <a:extLst>
              <a:ext uri="{FF2B5EF4-FFF2-40B4-BE49-F238E27FC236}">
                <a16:creationId xmlns:a16="http://schemas.microsoft.com/office/drawing/2014/main" id="{E51BCCBF-F01F-B921-0E95-42BCED238B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a:extLst>
              <a:ext uri="{FF2B5EF4-FFF2-40B4-BE49-F238E27FC236}">
                <a16:creationId xmlns:a16="http://schemas.microsoft.com/office/drawing/2014/main" id="{4450795A-FF13-3B86-B3F3-4AFC207C0C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9213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a:extLst>
            <a:ext uri="{FF2B5EF4-FFF2-40B4-BE49-F238E27FC236}">
              <a16:creationId xmlns:a16="http://schemas.microsoft.com/office/drawing/2014/main" id="{CB3FF004-818A-553F-E092-191A2192A510}"/>
            </a:ext>
          </a:extLst>
        </p:cNvPr>
        <p:cNvGrpSpPr/>
        <p:nvPr/>
      </p:nvGrpSpPr>
      <p:grpSpPr>
        <a:xfrm>
          <a:off x="0" y="0"/>
          <a:ext cx="0" cy="0"/>
          <a:chOff x="0" y="0"/>
          <a:chExt cx="0" cy="0"/>
        </a:xfrm>
      </p:grpSpPr>
      <p:sp>
        <p:nvSpPr>
          <p:cNvPr id="582" name="Google Shape;582;gd1bf8d60a4_0_32:notes">
            <a:extLst>
              <a:ext uri="{FF2B5EF4-FFF2-40B4-BE49-F238E27FC236}">
                <a16:creationId xmlns:a16="http://schemas.microsoft.com/office/drawing/2014/main" id="{0BFA7E2C-E5CC-9A5E-B73D-7F3779407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d1bf8d60a4_0_32:notes">
            <a:extLst>
              <a:ext uri="{FF2B5EF4-FFF2-40B4-BE49-F238E27FC236}">
                <a16:creationId xmlns:a16="http://schemas.microsoft.com/office/drawing/2014/main" id="{F3E9AB56-4583-BFDC-F2D0-90263F02AD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8509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a:extLst>
            <a:ext uri="{FF2B5EF4-FFF2-40B4-BE49-F238E27FC236}">
              <a16:creationId xmlns:a16="http://schemas.microsoft.com/office/drawing/2014/main" id="{70B29F50-6F1C-1C30-FAD3-A15356FB4DCA}"/>
            </a:ext>
          </a:extLst>
        </p:cNvPr>
        <p:cNvGrpSpPr/>
        <p:nvPr/>
      </p:nvGrpSpPr>
      <p:grpSpPr>
        <a:xfrm>
          <a:off x="0" y="0"/>
          <a:ext cx="0" cy="0"/>
          <a:chOff x="0" y="0"/>
          <a:chExt cx="0" cy="0"/>
        </a:xfrm>
      </p:grpSpPr>
      <p:sp>
        <p:nvSpPr>
          <p:cNvPr id="582" name="Google Shape;582;gd1bf8d60a4_0_32:notes">
            <a:extLst>
              <a:ext uri="{FF2B5EF4-FFF2-40B4-BE49-F238E27FC236}">
                <a16:creationId xmlns:a16="http://schemas.microsoft.com/office/drawing/2014/main" id="{D273D643-B422-2CF5-1755-7A595CADAA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d1bf8d60a4_0_32:notes">
            <a:extLst>
              <a:ext uri="{FF2B5EF4-FFF2-40B4-BE49-F238E27FC236}">
                <a16:creationId xmlns:a16="http://schemas.microsoft.com/office/drawing/2014/main" id="{A9519301-D297-EA6C-B2D5-61307DF99C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8126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6DC72D32-8B64-F146-2863-34273BE35816}"/>
            </a:ext>
          </a:extLst>
        </p:cNvPr>
        <p:cNvGrpSpPr/>
        <p:nvPr/>
      </p:nvGrpSpPr>
      <p:grpSpPr>
        <a:xfrm>
          <a:off x="0" y="0"/>
          <a:ext cx="0" cy="0"/>
          <a:chOff x="0" y="0"/>
          <a:chExt cx="0" cy="0"/>
        </a:xfrm>
      </p:grpSpPr>
      <p:sp>
        <p:nvSpPr>
          <p:cNvPr id="476" name="Google Shape;476;g20f41e19245_0_0:notes">
            <a:extLst>
              <a:ext uri="{FF2B5EF4-FFF2-40B4-BE49-F238E27FC236}">
                <a16:creationId xmlns:a16="http://schemas.microsoft.com/office/drawing/2014/main" id="{1E529E67-534B-02FC-F8B2-AEF4926685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a:extLst>
              <a:ext uri="{FF2B5EF4-FFF2-40B4-BE49-F238E27FC236}">
                <a16:creationId xmlns:a16="http://schemas.microsoft.com/office/drawing/2014/main" id="{87ACDBAA-B874-C9C9-FF49-1B4C2EDE7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6585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d1bf8d60a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2" name="Google Shape;952;gd1bf8d60a4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9F4DA354-EAC0-1F74-5FBF-6EAD4B2C69E4}"/>
            </a:ext>
          </a:extLst>
        </p:cNvPr>
        <p:cNvGrpSpPr/>
        <p:nvPr/>
      </p:nvGrpSpPr>
      <p:grpSpPr>
        <a:xfrm>
          <a:off x="0" y="0"/>
          <a:ext cx="0" cy="0"/>
          <a:chOff x="0" y="0"/>
          <a:chExt cx="0" cy="0"/>
        </a:xfrm>
      </p:grpSpPr>
      <p:sp>
        <p:nvSpPr>
          <p:cNvPr id="951" name="Google Shape;951;gd1bf8d60a4_0_118:notes">
            <a:extLst>
              <a:ext uri="{FF2B5EF4-FFF2-40B4-BE49-F238E27FC236}">
                <a16:creationId xmlns:a16="http://schemas.microsoft.com/office/drawing/2014/main" id="{791A4C88-F5BD-50EB-2650-84A9616FFA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2" name="Google Shape;952;gd1bf8d60a4_0_118:notes">
            <a:extLst>
              <a:ext uri="{FF2B5EF4-FFF2-40B4-BE49-F238E27FC236}">
                <a16:creationId xmlns:a16="http://schemas.microsoft.com/office/drawing/2014/main" id="{6CC68DF1-A676-AC23-AC1D-76542F8558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8993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a:extLst>
            <a:ext uri="{FF2B5EF4-FFF2-40B4-BE49-F238E27FC236}">
              <a16:creationId xmlns:a16="http://schemas.microsoft.com/office/drawing/2014/main" id="{FA2D9451-4B47-905F-BCE6-DFEE6F4870DF}"/>
            </a:ext>
          </a:extLst>
        </p:cNvPr>
        <p:cNvGrpSpPr/>
        <p:nvPr/>
      </p:nvGrpSpPr>
      <p:grpSpPr>
        <a:xfrm>
          <a:off x="0" y="0"/>
          <a:ext cx="0" cy="0"/>
          <a:chOff x="0" y="0"/>
          <a:chExt cx="0" cy="0"/>
        </a:xfrm>
      </p:grpSpPr>
      <p:sp>
        <p:nvSpPr>
          <p:cNvPr id="476" name="Google Shape;476;g20f41e19245_0_0:notes">
            <a:extLst>
              <a:ext uri="{FF2B5EF4-FFF2-40B4-BE49-F238E27FC236}">
                <a16:creationId xmlns:a16="http://schemas.microsoft.com/office/drawing/2014/main" id="{F585BA07-4EAC-84A2-C3D0-2A704FD9DC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f41e19245_0_0:notes">
            <a:extLst>
              <a:ext uri="{FF2B5EF4-FFF2-40B4-BE49-F238E27FC236}">
                <a16:creationId xmlns:a16="http://schemas.microsoft.com/office/drawing/2014/main" id="{1751DEB0-8FFB-67EB-3F0B-37C9E93207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1512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25b3facc1b9_0_17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1" name="Google Shape;1501;g25b3facc1b9_0_17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20f41e19245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20f41e19245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3"/>
        <p:cNvGrpSpPr/>
        <p:nvPr/>
      </p:nvGrpSpPr>
      <p:grpSpPr>
        <a:xfrm>
          <a:off x="0" y="0"/>
          <a:ext cx="0" cy="0"/>
          <a:chOff x="0" y="0"/>
          <a:chExt cx="0" cy="0"/>
        </a:xfrm>
      </p:grpSpPr>
      <p:sp>
        <p:nvSpPr>
          <p:cNvPr id="1564" name="Google Shape;1564;g25b3facc1b9_0_177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5" name="Google Shape;1565;g25b3facc1b9_0_17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d1bf8d60a4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4" name="Google Shape;1444;gd1bf8d60a4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94214" y="-1094717"/>
            <a:ext cx="4422119" cy="5904184"/>
            <a:chOff x="-1994214" y="-1094717"/>
            <a:chExt cx="4422119" cy="5904184"/>
          </a:xfrm>
        </p:grpSpPr>
        <p:sp>
          <p:nvSpPr>
            <p:cNvPr id="10" name="Google Shape;10;p2"/>
            <p:cNvSpPr/>
            <p:nvPr/>
          </p:nvSpPr>
          <p:spPr>
            <a:xfrm>
              <a:off x="-497999" y="-1094717"/>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994214" y="1578727"/>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898319" y="-628048"/>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13;p2"/>
          <p:cNvSpPr txBox="1">
            <a:spLocks noGrp="1"/>
          </p:cNvSpPr>
          <p:nvPr>
            <p:ph type="ctrTitle"/>
          </p:nvPr>
        </p:nvSpPr>
        <p:spPr>
          <a:xfrm>
            <a:off x="1025400" y="1064525"/>
            <a:ext cx="4305900" cy="2461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latin typeface="Chivo"/>
                <a:ea typeface="Chivo"/>
                <a:cs typeface="Chivo"/>
                <a:sym typeface="Chivo"/>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1025400" y="3603200"/>
            <a:ext cx="4305900" cy="47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600"/>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a:endParaRPr/>
          </a:p>
        </p:txBody>
      </p:sp>
      <p:grpSp>
        <p:nvGrpSpPr>
          <p:cNvPr id="15" name="Google Shape;15;p2"/>
          <p:cNvGrpSpPr/>
          <p:nvPr/>
        </p:nvGrpSpPr>
        <p:grpSpPr>
          <a:xfrm>
            <a:off x="294400" y="4079000"/>
            <a:ext cx="150451" cy="512600"/>
            <a:chOff x="2990775" y="3601075"/>
            <a:chExt cx="150451" cy="512600"/>
          </a:xfrm>
        </p:grpSpPr>
        <p:sp>
          <p:nvSpPr>
            <p:cNvPr id="16" name="Google Shape;16;p2"/>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1280675" y="2043300"/>
            <a:ext cx="4124700" cy="17376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3600"/>
              <a:buNone/>
              <a:defRPr sz="47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8" name="Google Shape;28;p3"/>
          <p:cNvSpPr txBox="1">
            <a:spLocks noGrp="1"/>
          </p:cNvSpPr>
          <p:nvPr>
            <p:ph type="title" idx="2" hasCustomPrompt="1"/>
          </p:nvPr>
        </p:nvSpPr>
        <p:spPr>
          <a:xfrm>
            <a:off x="1280675" y="1049863"/>
            <a:ext cx="1702500" cy="1036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 name="Google Shape;29;p3"/>
          <p:cNvSpPr txBox="1">
            <a:spLocks noGrp="1"/>
          </p:cNvSpPr>
          <p:nvPr>
            <p:ph type="subTitle" idx="1"/>
          </p:nvPr>
        </p:nvSpPr>
        <p:spPr>
          <a:xfrm>
            <a:off x="1280675" y="3635850"/>
            <a:ext cx="4124700" cy="457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
        <p:cNvGrpSpPr/>
        <p:nvPr/>
      </p:nvGrpSpPr>
      <p:grpSpPr>
        <a:xfrm>
          <a:off x="0" y="0"/>
          <a:ext cx="0" cy="0"/>
          <a:chOff x="0" y="0"/>
          <a:chExt cx="0" cy="0"/>
        </a:xfrm>
      </p:grpSpPr>
      <p:grpSp>
        <p:nvGrpSpPr>
          <p:cNvPr id="48" name="Google Shape;48;p5"/>
          <p:cNvGrpSpPr/>
          <p:nvPr/>
        </p:nvGrpSpPr>
        <p:grpSpPr>
          <a:xfrm>
            <a:off x="-1059749" y="-1271503"/>
            <a:ext cx="11057893" cy="7801788"/>
            <a:chOff x="-1059749" y="-1271503"/>
            <a:chExt cx="11057893" cy="7801788"/>
          </a:xfrm>
        </p:grpSpPr>
        <p:sp>
          <p:nvSpPr>
            <p:cNvPr id="49" name="Google Shape;49;p5"/>
            <p:cNvSpPr/>
            <p:nvPr/>
          </p:nvSpPr>
          <p:spPr>
            <a:xfrm rot="-1931512">
              <a:off x="6788016" y="1267256"/>
              <a:ext cx="2925936" cy="191117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rot="-10438491">
              <a:off x="4342883" y="-1019695"/>
              <a:ext cx="4988298" cy="3616776"/>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rot="-8571088">
              <a:off x="-494541" y="2063128"/>
              <a:ext cx="4612110" cy="342175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2"/>
            </a:solidFill>
            <a:ln>
              <a:noFill/>
            </a:ln>
            <a:effectLst>
              <a:outerShdw blurRad="214313" dist="142875" dir="45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4" name="Google Shape;54;p5"/>
          <p:cNvSpPr txBox="1">
            <a:spLocks noGrp="1"/>
          </p:cNvSpPr>
          <p:nvPr>
            <p:ph type="subTitle" idx="1"/>
          </p:nvPr>
        </p:nvSpPr>
        <p:spPr>
          <a:xfrm>
            <a:off x="5040058" y="2701175"/>
            <a:ext cx="2560500" cy="1211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800"/>
              <a:buNone/>
              <a:defRPr sz="1400" b="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55" name="Google Shape;55;p5"/>
          <p:cNvSpPr txBox="1">
            <a:spLocks noGrp="1"/>
          </p:cNvSpPr>
          <p:nvPr>
            <p:ph type="subTitle" idx="2"/>
          </p:nvPr>
        </p:nvSpPr>
        <p:spPr>
          <a:xfrm>
            <a:off x="1543450" y="2701175"/>
            <a:ext cx="2560500" cy="1211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2800"/>
              <a:buNone/>
              <a:defRPr sz="1400" b="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56" name="Google Shape;56;p5"/>
          <p:cNvSpPr txBox="1">
            <a:spLocks noGrp="1"/>
          </p:cNvSpPr>
          <p:nvPr>
            <p:ph type="subTitle" idx="3"/>
          </p:nvPr>
        </p:nvSpPr>
        <p:spPr>
          <a:xfrm>
            <a:off x="5040058" y="2306375"/>
            <a:ext cx="2560500" cy="4149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Chivo"/>
                <a:ea typeface="Chivo"/>
                <a:cs typeface="Chivo"/>
                <a:sym typeface="Chivo"/>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57" name="Google Shape;57;p5"/>
          <p:cNvSpPr txBox="1">
            <a:spLocks noGrp="1"/>
          </p:cNvSpPr>
          <p:nvPr>
            <p:ph type="subTitle" idx="4"/>
          </p:nvPr>
        </p:nvSpPr>
        <p:spPr>
          <a:xfrm>
            <a:off x="1543450" y="2306375"/>
            <a:ext cx="2560500" cy="4149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Chivo"/>
                <a:ea typeface="Chivo"/>
                <a:cs typeface="Chivo"/>
                <a:sym typeface="Chivo"/>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58" name="Google Shape;58;p5"/>
          <p:cNvGrpSpPr/>
          <p:nvPr/>
        </p:nvGrpSpPr>
        <p:grpSpPr>
          <a:xfrm rot="10800000">
            <a:off x="186891" y="1909265"/>
            <a:ext cx="604586" cy="572671"/>
            <a:chOff x="5397450" y="983750"/>
            <a:chExt cx="780917" cy="739694"/>
          </a:xfrm>
        </p:grpSpPr>
        <p:sp>
          <p:nvSpPr>
            <p:cNvPr id="59" name="Google Shape;59;p5"/>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5"/>
          <p:cNvGrpSpPr/>
          <p:nvPr/>
        </p:nvGrpSpPr>
        <p:grpSpPr>
          <a:xfrm rot="5400000">
            <a:off x="413963" y="688100"/>
            <a:ext cx="150451" cy="512600"/>
            <a:chOff x="2990775" y="3601075"/>
            <a:chExt cx="150451" cy="512600"/>
          </a:xfrm>
        </p:grpSpPr>
        <p:sp>
          <p:nvSpPr>
            <p:cNvPr id="63" name="Google Shape;63;p5"/>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grpSp>
        <p:nvGrpSpPr>
          <p:cNvPr id="74" name="Google Shape;74;p6"/>
          <p:cNvGrpSpPr/>
          <p:nvPr/>
        </p:nvGrpSpPr>
        <p:grpSpPr>
          <a:xfrm>
            <a:off x="-1059749" y="-1271503"/>
            <a:ext cx="11057893" cy="7801788"/>
            <a:chOff x="-1059749" y="-1271503"/>
            <a:chExt cx="11057893" cy="7801788"/>
          </a:xfrm>
        </p:grpSpPr>
        <p:sp>
          <p:nvSpPr>
            <p:cNvPr id="75" name="Google Shape;75;p6"/>
            <p:cNvSpPr/>
            <p:nvPr/>
          </p:nvSpPr>
          <p:spPr>
            <a:xfrm rot="-1931512">
              <a:off x="6788016" y="1267256"/>
              <a:ext cx="2925936" cy="191117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rot="-10438491">
              <a:off x="4342883" y="-1019695"/>
              <a:ext cx="4988298" cy="3616776"/>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rot="-8571088">
              <a:off x="-494541" y="2063128"/>
              <a:ext cx="4612110" cy="342175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2"/>
            </a:solidFill>
            <a:ln>
              <a:noFill/>
            </a:ln>
            <a:effectLst>
              <a:outerShdw blurRad="214313" dist="142875" dir="45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6"/>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80" name="Google Shape;80;p6"/>
          <p:cNvGrpSpPr/>
          <p:nvPr/>
        </p:nvGrpSpPr>
        <p:grpSpPr>
          <a:xfrm rot="10800000">
            <a:off x="52691" y="1079840"/>
            <a:ext cx="604586" cy="572671"/>
            <a:chOff x="5397450" y="983750"/>
            <a:chExt cx="780917" cy="739694"/>
          </a:xfrm>
        </p:grpSpPr>
        <p:sp>
          <p:nvSpPr>
            <p:cNvPr id="81" name="Google Shape;81;p6"/>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4"/>
        <p:cNvGrpSpPr/>
        <p:nvPr/>
      </p:nvGrpSpPr>
      <p:grpSpPr>
        <a:xfrm>
          <a:off x="0" y="0"/>
          <a:ext cx="0" cy="0"/>
          <a:chOff x="0" y="0"/>
          <a:chExt cx="0" cy="0"/>
        </a:xfrm>
      </p:grpSpPr>
      <p:grpSp>
        <p:nvGrpSpPr>
          <p:cNvPr id="85" name="Google Shape;85;p7"/>
          <p:cNvGrpSpPr/>
          <p:nvPr/>
        </p:nvGrpSpPr>
        <p:grpSpPr>
          <a:xfrm>
            <a:off x="-560883" y="-2479486"/>
            <a:ext cx="11426526" cy="8740045"/>
            <a:chOff x="-560883" y="-2479486"/>
            <a:chExt cx="11426526" cy="8740045"/>
          </a:xfrm>
        </p:grpSpPr>
        <p:sp>
          <p:nvSpPr>
            <p:cNvPr id="86" name="Google Shape;86;p7"/>
            <p:cNvSpPr/>
            <p:nvPr/>
          </p:nvSpPr>
          <p:spPr>
            <a:xfrm>
              <a:off x="7349438" y="-300924"/>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rot="-4563811">
              <a:off x="6853805" y="2344477"/>
              <a:ext cx="3939291" cy="3230725"/>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dk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rot="-2548129">
              <a:off x="109613" y="-1524488"/>
              <a:ext cx="4240862" cy="363395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7"/>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txBox="1">
            <a:spLocks noGrp="1"/>
          </p:cNvSpPr>
          <p:nvPr>
            <p:ph type="subTitle" idx="1"/>
          </p:nvPr>
        </p:nvSpPr>
        <p:spPr>
          <a:xfrm>
            <a:off x="1227750" y="1339575"/>
            <a:ext cx="6688500" cy="668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AutoNum type="arabicPeriod"/>
              <a:defRPr sz="1400"/>
            </a:lvl1pPr>
            <a:lvl2pPr lvl="1" algn="ctr" rtl="0">
              <a:lnSpc>
                <a:spcPct val="115000"/>
              </a:lnSpc>
              <a:spcBef>
                <a:spcPts val="0"/>
              </a:spcBef>
              <a:spcAft>
                <a:spcPts val="0"/>
              </a:spcAft>
              <a:buClr>
                <a:srgbClr val="999999"/>
              </a:buClr>
              <a:buSzPts val="800"/>
              <a:buFont typeface="Open Sans"/>
              <a:buAutoNum type="alphaLcPeriod"/>
              <a:defRPr/>
            </a:lvl2pPr>
            <a:lvl3pPr lvl="2" algn="ctr" rtl="0">
              <a:lnSpc>
                <a:spcPct val="115000"/>
              </a:lnSpc>
              <a:spcBef>
                <a:spcPts val="0"/>
              </a:spcBef>
              <a:spcAft>
                <a:spcPts val="0"/>
              </a:spcAft>
              <a:buClr>
                <a:srgbClr val="999999"/>
              </a:buClr>
              <a:buSzPts val="800"/>
              <a:buFont typeface="Open Sans"/>
              <a:buAutoNum type="romanLcPeriod"/>
              <a:defRPr/>
            </a:lvl3pPr>
            <a:lvl4pPr lvl="3" algn="ctr" rtl="0">
              <a:lnSpc>
                <a:spcPct val="115000"/>
              </a:lnSpc>
              <a:spcBef>
                <a:spcPts val="0"/>
              </a:spcBef>
              <a:spcAft>
                <a:spcPts val="0"/>
              </a:spcAft>
              <a:buClr>
                <a:srgbClr val="999999"/>
              </a:buClr>
              <a:buSzPts val="800"/>
              <a:buFont typeface="Open Sans"/>
              <a:buAutoNum type="arabicPeriod"/>
              <a:defRPr/>
            </a:lvl4pPr>
            <a:lvl5pPr lvl="4" algn="ctr" rtl="0">
              <a:lnSpc>
                <a:spcPct val="115000"/>
              </a:lnSpc>
              <a:spcBef>
                <a:spcPts val="0"/>
              </a:spcBef>
              <a:spcAft>
                <a:spcPts val="0"/>
              </a:spcAft>
              <a:buClr>
                <a:srgbClr val="999999"/>
              </a:buClr>
              <a:buSzPts val="1200"/>
              <a:buFont typeface="Open Sans"/>
              <a:buAutoNum type="alphaLcPeriod"/>
              <a:defRPr/>
            </a:lvl5pPr>
            <a:lvl6pPr lvl="5" algn="ctr" rtl="0">
              <a:lnSpc>
                <a:spcPct val="115000"/>
              </a:lnSpc>
              <a:spcBef>
                <a:spcPts val="0"/>
              </a:spcBef>
              <a:spcAft>
                <a:spcPts val="0"/>
              </a:spcAft>
              <a:buClr>
                <a:srgbClr val="999999"/>
              </a:buClr>
              <a:buSzPts val="1200"/>
              <a:buFont typeface="Open Sans"/>
              <a:buAutoNum type="romanLcPeriod"/>
              <a:defRPr/>
            </a:lvl6pPr>
            <a:lvl7pPr lvl="6" algn="ctr" rtl="0">
              <a:lnSpc>
                <a:spcPct val="115000"/>
              </a:lnSpc>
              <a:spcBef>
                <a:spcPts val="0"/>
              </a:spcBef>
              <a:spcAft>
                <a:spcPts val="0"/>
              </a:spcAft>
              <a:buClr>
                <a:srgbClr val="999999"/>
              </a:buClr>
              <a:buSzPts val="700"/>
              <a:buFont typeface="Open Sans"/>
              <a:buAutoNum type="arabicPeriod"/>
              <a:defRPr/>
            </a:lvl7pPr>
            <a:lvl8pPr lvl="7" algn="ctr" rtl="0">
              <a:lnSpc>
                <a:spcPct val="115000"/>
              </a:lnSpc>
              <a:spcBef>
                <a:spcPts val="0"/>
              </a:spcBef>
              <a:spcAft>
                <a:spcPts val="0"/>
              </a:spcAft>
              <a:buClr>
                <a:srgbClr val="999999"/>
              </a:buClr>
              <a:buSzPts val="700"/>
              <a:buFont typeface="Open Sans"/>
              <a:buAutoNum type="alphaLcPeriod"/>
              <a:defRPr/>
            </a:lvl8pPr>
            <a:lvl9pPr lvl="8" algn="ctr" rtl="0">
              <a:lnSpc>
                <a:spcPct val="115000"/>
              </a:lnSpc>
              <a:spcBef>
                <a:spcPts val="0"/>
              </a:spcBef>
              <a:spcAft>
                <a:spcPts val="0"/>
              </a:spcAft>
              <a:buClr>
                <a:srgbClr val="999999"/>
              </a:buClr>
              <a:buSzPts val="600"/>
              <a:buFont typeface="Open Sans"/>
              <a:buAutoNum type="romanLcPeriod"/>
              <a:defRPr/>
            </a:lvl9pPr>
          </a:lstStyle>
          <a:p>
            <a:endParaRPr/>
          </a:p>
        </p:txBody>
      </p:sp>
      <p:sp>
        <p:nvSpPr>
          <p:cNvPr id="91" name="Google Shape;91;p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grpSp>
        <p:nvGrpSpPr>
          <p:cNvPr id="95" name="Google Shape;95;p9"/>
          <p:cNvGrpSpPr/>
          <p:nvPr/>
        </p:nvGrpSpPr>
        <p:grpSpPr>
          <a:xfrm>
            <a:off x="-2373795" y="-880637"/>
            <a:ext cx="14649316" cy="8198612"/>
            <a:chOff x="-2373795" y="-880637"/>
            <a:chExt cx="14649316" cy="8198612"/>
          </a:xfrm>
        </p:grpSpPr>
        <p:sp>
          <p:nvSpPr>
            <p:cNvPr id="96" name="Google Shape;96;p9"/>
            <p:cNvSpPr/>
            <p:nvPr/>
          </p:nvSpPr>
          <p:spPr>
            <a:xfrm flipH="1">
              <a:off x="6694643" y="-555673"/>
              <a:ext cx="2925720" cy="1911034"/>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rot="8100000" flipH="1">
              <a:off x="7128961" y="248909"/>
              <a:ext cx="4612205" cy="3421823"/>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dk2"/>
            </a:solidFill>
            <a:ln>
              <a:noFill/>
            </a:ln>
            <a:effectLst>
              <a:outerShdw blurRad="214313" dist="142875" dir="45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rot="-7592370">
              <a:off x="-1930043" y="2428999"/>
              <a:ext cx="4988298" cy="3616776"/>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9"/>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txBox="1">
            <a:spLocks noGrp="1"/>
          </p:cNvSpPr>
          <p:nvPr>
            <p:ph type="title"/>
          </p:nvPr>
        </p:nvSpPr>
        <p:spPr>
          <a:xfrm>
            <a:off x="1058275" y="1132975"/>
            <a:ext cx="35022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1" name="Google Shape;101;p9"/>
          <p:cNvSpPr txBox="1">
            <a:spLocks noGrp="1"/>
          </p:cNvSpPr>
          <p:nvPr>
            <p:ph type="subTitle" idx="1"/>
          </p:nvPr>
        </p:nvSpPr>
        <p:spPr>
          <a:xfrm>
            <a:off x="1058275" y="2724350"/>
            <a:ext cx="3502200" cy="1403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rgbClr val="999999"/>
              </a:buClr>
              <a:buSzPts val="800"/>
              <a:buFont typeface="Open Sans"/>
              <a:buChar char="●"/>
              <a:defRPr/>
            </a:lvl1pPr>
            <a:lvl2pPr lvl="1" algn="ctr" rtl="0">
              <a:lnSpc>
                <a:spcPct val="115000"/>
              </a:lnSpc>
              <a:spcBef>
                <a:spcPts val="0"/>
              </a:spcBef>
              <a:spcAft>
                <a:spcPts val="0"/>
              </a:spcAft>
              <a:buClr>
                <a:srgbClr val="999999"/>
              </a:buClr>
              <a:buSzPts val="800"/>
              <a:buFont typeface="Open Sans"/>
              <a:buChar char="○"/>
              <a:defRPr/>
            </a:lvl2pPr>
            <a:lvl3pPr lvl="2" algn="ctr" rtl="0">
              <a:lnSpc>
                <a:spcPct val="115000"/>
              </a:lnSpc>
              <a:spcBef>
                <a:spcPts val="0"/>
              </a:spcBef>
              <a:spcAft>
                <a:spcPts val="0"/>
              </a:spcAft>
              <a:buClr>
                <a:srgbClr val="999999"/>
              </a:buClr>
              <a:buSzPts val="800"/>
              <a:buFont typeface="Open Sans"/>
              <a:buChar char="■"/>
              <a:defRPr/>
            </a:lvl3pPr>
            <a:lvl4pPr lvl="3" algn="ctr" rtl="0">
              <a:lnSpc>
                <a:spcPct val="115000"/>
              </a:lnSpc>
              <a:spcBef>
                <a:spcPts val="0"/>
              </a:spcBef>
              <a:spcAft>
                <a:spcPts val="0"/>
              </a:spcAft>
              <a:buClr>
                <a:srgbClr val="999999"/>
              </a:buClr>
              <a:buSzPts val="800"/>
              <a:buFont typeface="Open Sans"/>
              <a:buChar char="●"/>
              <a:defRPr/>
            </a:lvl4pPr>
            <a:lvl5pPr lvl="4" algn="ctr" rtl="0">
              <a:lnSpc>
                <a:spcPct val="115000"/>
              </a:lnSpc>
              <a:spcBef>
                <a:spcPts val="0"/>
              </a:spcBef>
              <a:spcAft>
                <a:spcPts val="0"/>
              </a:spcAft>
              <a:buClr>
                <a:srgbClr val="999999"/>
              </a:buClr>
              <a:buSzPts val="1200"/>
              <a:buFont typeface="Open Sans"/>
              <a:buChar char="○"/>
              <a:defRPr/>
            </a:lvl5pPr>
            <a:lvl6pPr lvl="5" algn="ctr" rtl="0">
              <a:lnSpc>
                <a:spcPct val="115000"/>
              </a:lnSpc>
              <a:spcBef>
                <a:spcPts val="0"/>
              </a:spcBef>
              <a:spcAft>
                <a:spcPts val="0"/>
              </a:spcAft>
              <a:buClr>
                <a:srgbClr val="999999"/>
              </a:buClr>
              <a:buSzPts val="1200"/>
              <a:buFont typeface="Open Sans"/>
              <a:buChar char="■"/>
              <a:defRPr/>
            </a:lvl6pPr>
            <a:lvl7pPr lvl="6" algn="ctr" rtl="0">
              <a:lnSpc>
                <a:spcPct val="115000"/>
              </a:lnSpc>
              <a:spcBef>
                <a:spcPts val="0"/>
              </a:spcBef>
              <a:spcAft>
                <a:spcPts val="0"/>
              </a:spcAft>
              <a:buClr>
                <a:srgbClr val="999999"/>
              </a:buClr>
              <a:buSzPts val="700"/>
              <a:buFont typeface="Open Sans"/>
              <a:buChar char="●"/>
              <a:defRPr/>
            </a:lvl7pPr>
            <a:lvl8pPr lvl="7" algn="ctr" rtl="0">
              <a:lnSpc>
                <a:spcPct val="115000"/>
              </a:lnSpc>
              <a:spcBef>
                <a:spcPts val="0"/>
              </a:spcBef>
              <a:spcAft>
                <a:spcPts val="0"/>
              </a:spcAft>
              <a:buClr>
                <a:srgbClr val="999999"/>
              </a:buClr>
              <a:buSzPts val="700"/>
              <a:buFont typeface="Open Sans"/>
              <a:buChar char="○"/>
              <a:defRPr/>
            </a:lvl8pPr>
            <a:lvl9pPr lvl="8" algn="ctr" rtl="0">
              <a:lnSpc>
                <a:spcPct val="115000"/>
              </a:lnSpc>
              <a:spcBef>
                <a:spcPts val="0"/>
              </a:spcBef>
              <a:spcAft>
                <a:spcPts val="0"/>
              </a:spcAft>
              <a:buClr>
                <a:srgbClr val="999999"/>
              </a:buClr>
              <a:buSzPts val="600"/>
              <a:buFont typeface="Open Sans"/>
              <a:buChar char="■"/>
              <a:defRPr/>
            </a:lvl9pPr>
          </a:lstStyle>
          <a:p>
            <a:endParaRPr/>
          </a:p>
        </p:txBody>
      </p:sp>
      <p:sp>
        <p:nvSpPr>
          <p:cNvPr id="102" name="Google Shape;102;p9"/>
          <p:cNvSpPr>
            <a:spLocks noGrp="1"/>
          </p:cNvSpPr>
          <p:nvPr>
            <p:ph type="pic" idx="2"/>
          </p:nvPr>
        </p:nvSpPr>
        <p:spPr>
          <a:xfrm>
            <a:off x="5149825" y="960450"/>
            <a:ext cx="3135600" cy="3222600"/>
          </a:xfrm>
          <a:prstGeom prst="ellipse">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1"/>
        </a:solidFill>
        <a:effectLst/>
      </p:bgPr>
    </p:bg>
    <p:spTree>
      <p:nvGrpSpPr>
        <p:cNvPr id="1" name="Shape 10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 name="Shape 133"/>
        <p:cNvGrpSpPr/>
        <p:nvPr/>
      </p:nvGrpSpPr>
      <p:grpSpPr>
        <a:xfrm>
          <a:off x="0" y="0"/>
          <a:ext cx="0" cy="0"/>
          <a:chOff x="0" y="0"/>
          <a:chExt cx="0" cy="0"/>
        </a:xfrm>
      </p:grpSpPr>
      <p:grpSp>
        <p:nvGrpSpPr>
          <p:cNvPr id="134" name="Google Shape;134;p14"/>
          <p:cNvGrpSpPr/>
          <p:nvPr/>
        </p:nvGrpSpPr>
        <p:grpSpPr>
          <a:xfrm>
            <a:off x="-1543144" y="-1609435"/>
            <a:ext cx="12038227" cy="7073325"/>
            <a:chOff x="-1543144" y="-1609435"/>
            <a:chExt cx="12038227" cy="7073325"/>
          </a:xfrm>
        </p:grpSpPr>
        <p:sp>
          <p:nvSpPr>
            <p:cNvPr id="135" name="Google Shape;135;p14"/>
            <p:cNvSpPr/>
            <p:nvPr/>
          </p:nvSpPr>
          <p:spPr>
            <a:xfrm rot="7432139">
              <a:off x="-1397377" y="426288"/>
              <a:ext cx="2925772" cy="1911068"/>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4"/>
            <p:cNvSpPr/>
            <p:nvPr/>
          </p:nvSpPr>
          <p:spPr>
            <a:xfrm rot="1651509">
              <a:off x="5728544" y="-669785"/>
              <a:ext cx="4559512" cy="2012718"/>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4"/>
            <p:cNvSpPr/>
            <p:nvPr/>
          </p:nvSpPr>
          <p:spPr>
            <a:xfrm rot="-3617517">
              <a:off x="-1603549" y="1978648"/>
              <a:ext cx="4559567" cy="2012743"/>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lt1"/>
            </a:solidFill>
            <a:ln>
              <a:noFill/>
            </a:ln>
            <a:effectLst>
              <a:outerShdw blurRad="214313" dist="142875" dir="828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14"/>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40" name="Google Shape;140;p14"/>
          <p:cNvSpPr txBox="1">
            <a:spLocks noGrp="1"/>
          </p:cNvSpPr>
          <p:nvPr>
            <p:ph type="body" idx="1"/>
          </p:nvPr>
        </p:nvSpPr>
        <p:spPr>
          <a:xfrm>
            <a:off x="1065025" y="1215775"/>
            <a:ext cx="7039800" cy="1321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Font typeface="Nunito"/>
              <a:buChar char="●"/>
              <a:defRPr sz="1200"/>
            </a:lvl1pPr>
            <a:lvl2pPr marL="914400" lvl="1" indent="-317500" rtl="0">
              <a:lnSpc>
                <a:spcPct val="115000"/>
              </a:lnSpc>
              <a:spcBef>
                <a:spcPts val="0"/>
              </a:spcBef>
              <a:spcAft>
                <a:spcPts val="0"/>
              </a:spcAft>
              <a:buClr>
                <a:srgbClr val="434343"/>
              </a:buClr>
              <a:buSzPts val="1400"/>
              <a:buFont typeface="Roboto Condensed Light"/>
              <a:buChar char="○"/>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Char char="■"/>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Char char="●"/>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Char char="○"/>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Char char="■"/>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Char char="●"/>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Char char="○"/>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Char char="■"/>
              <a:defRPr>
                <a:solidFill>
                  <a:srgbClr val="434343"/>
                </a:solidFill>
              </a:defRPr>
            </a:lvl9pPr>
          </a:lstStyle>
          <a:p>
            <a:endParaRPr/>
          </a:p>
        </p:txBody>
      </p:sp>
      <p:sp>
        <p:nvSpPr>
          <p:cNvPr id="141" name="Google Shape;141;p14"/>
          <p:cNvSpPr/>
          <p:nvPr/>
        </p:nvSpPr>
        <p:spPr>
          <a:xfrm>
            <a:off x="539900" y="945850"/>
            <a:ext cx="182100" cy="182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TITLE_AND_BODY_1_1">
    <p:spTree>
      <p:nvGrpSpPr>
        <p:cNvPr id="1" name="Shape 142"/>
        <p:cNvGrpSpPr/>
        <p:nvPr/>
      </p:nvGrpSpPr>
      <p:grpSpPr>
        <a:xfrm>
          <a:off x="0" y="0"/>
          <a:ext cx="0" cy="0"/>
          <a:chOff x="0" y="0"/>
          <a:chExt cx="0" cy="0"/>
        </a:xfrm>
      </p:grpSpPr>
      <p:grpSp>
        <p:nvGrpSpPr>
          <p:cNvPr id="143" name="Google Shape;143;p15"/>
          <p:cNvGrpSpPr/>
          <p:nvPr/>
        </p:nvGrpSpPr>
        <p:grpSpPr>
          <a:xfrm>
            <a:off x="-1350126" y="-1706976"/>
            <a:ext cx="11312126" cy="8453934"/>
            <a:chOff x="-1350126" y="-1706976"/>
            <a:chExt cx="11312126" cy="8453934"/>
          </a:xfrm>
        </p:grpSpPr>
        <p:sp>
          <p:nvSpPr>
            <p:cNvPr id="144" name="Google Shape;144;p15"/>
            <p:cNvSpPr/>
            <p:nvPr/>
          </p:nvSpPr>
          <p:spPr>
            <a:xfrm rot="-3209702">
              <a:off x="-450026" y="1028366"/>
              <a:ext cx="2925797" cy="191108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rot="2540316">
              <a:off x="-1266942" y="3461204"/>
              <a:ext cx="4559619" cy="2012766"/>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rot="-5400000">
              <a:off x="6675855" y="-433568"/>
              <a:ext cx="4559554" cy="2012737"/>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lt2"/>
            </a:solidFill>
            <a:ln>
              <a:noFill/>
            </a:ln>
            <a:effectLst>
              <a:outerShdw blurRad="214313" dist="142875" dir="828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5"/>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49" name="Google Shape;149;p15"/>
          <p:cNvSpPr txBox="1">
            <a:spLocks noGrp="1"/>
          </p:cNvSpPr>
          <p:nvPr>
            <p:ph type="body" idx="1"/>
          </p:nvPr>
        </p:nvSpPr>
        <p:spPr>
          <a:xfrm>
            <a:off x="1065025" y="1215775"/>
            <a:ext cx="7039800" cy="24582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Font typeface="Nunito"/>
              <a:buChar char="●"/>
              <a:defRPr sz="1200"/>
            </a:lvl1pPr>
            <a:lvl2pPr marL="914400" lvl="1" indent="-317500" rtl="0">
              <a:lnSpc>
                <a:spcPct val="115000"/>
              </a:lnSpc>
              <a:spcBef>
                <a:spcPts val="0"/>
              </a:spcBef>
              <a:spcAft>
                <a:spcPts val="0"/>
              </a:spcAft>
              <a:buClr>
                <a:srgbClr val="434343"/>
              </a:buClr>
              <a:buSzPts val="1400"/>
              <a:buFont typeface="Roboto Condensed Light"/>
              <a:buChar char="○"/>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Char char="■"/>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Char char="●"/>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Char char="○"/>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Char char="■"/>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Char char="●"/>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Char char="○"/>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Char char="■"/>
              <a:defRPr>
                <a:solidFill>
                  <a:srgbClr val="434343"/>
                </a:solidFill>
              </a:defRPr>
            </a:lvl9pPr>
          </a:lstStyle>
          <a:p>
            <a:endParaRPr/>
          </a:p>
        </p:txBody>
      </p:sp>
      <p:sp>
        <p:nvSpPr>
          <p:cNvPr id="150" name="Google Shape;150;p15"/>
          <p:cNvSpPr/>
          <p:nvPr/>
        </p:nvSpPr>
        <p:spPr>
          <a:xfrm>
            <a:off x="539900" y="945850"/>
            <a:ext cx="182100" cy="182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51"/>
        <p:cNvGrpSpPr/>
        <p:nvPr/>
      </p:nvGrpSpPr>
      <p:grpSpPr>
        <a:xfrm>
          <a:off x="0" y="0"/>
          <a:ext cx="0" cy="0"/>
          <a:chOff x="0" y="0"/>
          <a:chExt cx="0" cy="0"/>
        </a:xfrm>
      </p:grpSpPr>
      <p:grpSp>
        <p:nvGrpSpPr>
          <p:cNvPr id="152" name="Google Shape;152;p16"/>
          <p:cNvGrpSpPr/>
          <p:nvPr/>
        </p:nvGrpSpPr>
        <p:grpSpPr>
          <a:xfrm>
            <a:off x="-1913650" y="-1963084"/>
            <a:ext cx="13650894" cy="8587844"/>
            <a:chOff x="-1913650" y="-1963084"/>
            <a:chExt cx="13650894" cy="8587844"/>
          </a:xfrm>
        </p:grpSpPr>
        <p:sp>
          <p:nvSpPr>
            <p:cNvPr id="153" name="Google Shape;153;p16"/>
            <p:cNvSpPr/>
            <p:nvPr/>
          </p:nvSpPr>
          <p:spPr>
            <a:xfrm rot="-1931512">
              <a:off x="-1629459" y="353881"/>
              <a:ext cx="2925936" cy="191117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rot="-8100000" flipH="1">
              <a:off x="6200655" y="-729099"/>
              <a:ext cx="4988377" cy="3616833"/>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6"/>
            <p:cNvSpPr/>
            <p:nvPr/>
          </p:nvSpPr>
          <p:spPr>
            <a:xfrm rot="-8571088">
              <a:off x="-453041" y="2157603"/>
              <a:ext cx="4612110" cy="342175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2"/>
            </a:solidFill>
            <a:ln>
              <a:noFill/>
            </a:ln>
            <a:effectLst>
              <a:outerShdw blurRad="214313" dist="142875" dir="45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16"/>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66"/>
        <p:cNvGrpSpPr/>
        <p:nvPr/>
      </p:nvGrpSpPr>
      <p:grpSpPr>
        <a:xfrm>
          <a:off x="0" y="0"/>
          <a:ext cx="0" cy="0"/>
          <a:chOff x="0" y="0"/>
          <a:chExt cx="0" cy="0"/>
        </a:xfrm>
      </p:grpSpPr>
      <p:sp>
        <p:nvSpPr>
          <p:cNvPr id="167" name="Google Shape;167;p18"/>
          <p:cNvSpPr txBox="1">
            <a:spLocks noGrp="1"/>
          </p:cNvSpPr>
          <p:nvPr>
            <p:ph type="title"/>
          </p:nvPr>
        </p:nvSpPr>
        <p:spPr>
          <a:xfrm>
            <a:off x="1226400" y="3279200"/>
            <a:ext cx="5463300" cy="53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000"/>
              <a:buNone/>
              <a:defRPr sz="2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68" name="Google Shape;168;p18"/>
          <p:cNvSpPr txBox="1">
            <a:spLocks noGrp="1"/>
          </p:cNvSpPr>
          <p:nvPr>
            <p:ph type="subTitle" idx="1"/>
          </p:nvPr>
        </p:nvSpPr>
        <p:spPr>
          <a:xfrm>
            <a:off x="1226400" y="1378725"/>
            <a:ext cx="5463300" cy="1581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2600"/>
            </a:lvl1pPr>
            <a:lvl2pPr lvl="1" algn="ctr" rtl="0">
              <a:lnSpc>
                <a:spcPct val="115000"/>
              </a:lnSpc>
              <a:spcBef>
                <a:spcPts val="0"/>
              </a:spcBef>
              <a:spcAft>
                <a:spcPts val="0"/>
              </a:spcAft>
              <a:buSzPts val="3000"/>
              <a:buNone/>
              <a:defRPr sz="3000"/>
            </a:lvl2pPr>
            <a:lvl3pPr lvl="2" algn="ctr" rtl="0">
              <a:lnSpc>
                <a:spcPct val="115000"/>
              </a:lnSpc>
              <a:spcBef>
                <a:spcPts val="0"/>
              </a:spcBef>
              <a:spcAft>
                <a:spcPts val="0"/>
              </a:spcAft>
              <a:buSzPts val="3000"/>
              <a:buNone/>
              <a:defRPr sz="3000"/>
            </a:lvl3pPr>
            <a:lvl4pPr lvl="3" algn="ctr" rtl="0">
              <a:lnSpc>
                <a:spcPct val="115000"/>
              </a:lnSpc>
              <a:spcBef>
                <a:spcPts val="0"/>
              </a:spcBef>
              <a:spcAft>
                <a:spcPts val="0"/>
              </a:spcAft>
              <a:buSzPts val="3000"/>
              <a:buNone/>
              <a:defRPr sz="3000"/>
            </a:lvl4pPr>
            <a:lvl5pPr lvl="4" algn="ctr" rtl="0">
              <a:lnSpc>
                <a:spcPct val="115000"/>
              </a:lnSpc>
              <a:spcBef>
                <a:spcPts val="0"/>
              </a:spcBef>
              <a:spcAft>
                <a:spcPts val="0"/>
              </a:spcAft>
              <a:buSzPts val="3000"/>
              <a:buNone/>
              <a:defRPr sz="3000"/>
            </a:lvl5pPr>
            <a:lvl6pPr lvl="5" algn="ctr" rtl="0">
              <a:lnSpc>
                <a:spcPct val="115000"/>
              </a:lnSpc>
              <a:spcBef>
                <a:spcPts val="0"/>
              </a:spcBef>
              <a:spcAft>
                <a:spcPts val="0"/>
              </a:spcAft>
              <a:buSzPts val="3000"/>
              <a:buNone/>
              <a:defRPr sz="3000"/>
            </a:lvl6pPr>
            <a:lvl7pPr lvl="6" algn="ctr" rtl="0">
              <a:lnSpc>
                <a:spcPct val="115000"/>
              </a:lnSpc>
              <a:spcBef>
                <a:spcPts val="0"/>
              </a:spcBef>
              <a:spcAft>
                <a:spcPts val="0"/>
              </a:spcAft>
              <a:buSzPts val="3000"/>
              <a:buNone/>
              <a:defRPr sz="3000"/>
            </a:lvl7pPr>
            <a:lvl8pPr lvl="7" algn="ctr" rtl="0">
              <a:lnSpc>
                <a:spcPct val="115000"/>
              </a:lnSpc>
              <a:spcBef>
                <a:spcPts val="0"/>
              </a:spcBef>
              <a:spcAft>
                <a:spcPts val="0"/>
              </a:spcAft>
              <a:buSzPts val="3000"/>
              <a:buNone/>
              <a:defRPr sz="3000"/>
            </a:lvl8pPr>
            <a:lvl9pPr lvl="8" algn="ctr" rtl="0">
              <a:lnSpc>
                <a:spcPct val="115000"/>
              </a:lnSpc>
              <a:spcBef>
                <a:spcPts val="0"/>
              </a:spcBef>
              <a:spcAft>
                <a:spcPts val="0"/>
              </a:spcAft>
              <a:buSzPts val="30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14"/>
        <p:cNvGrpSpPr/>
        <p:nvPr/>
      </p:nvGrpSpPr>
      <p:grpSpPr>
        <a:xfrm>
          <a:off x="0" y="0"/>
          <a:ext cx="0" cy="0"/>
          <a:chOff x="0" y="0"/>
          <a:chExt cx="0" cy="0"/>
        </a:xfrm>
      </p:grpSpPr>
      <p:grpSp>
        <p:nvGrpSpPr>
          <p:cNvPr id="215" name="Google Shape;215;p23"/>
          <p:cNvGrpSpPr/>
          <p:nvPr/>
        </p:nvGrpSpPr>
        <p:grpSpPr>
          <a:xfrm>
            <a:off x="-749501" y="-1311580"/>
            <a:ext cx="11337446" cy="7644465"/>
            <a:chOff x="-749501" y="-1311580"/>
            <a:chExt cx="11337446" cy="7644465"/>
          </a:xfrm>
        </p:grpSpPr>
        <p:sp>
          <p:nvSpPr>
            <p:cNvPr id="216" name="Google Shape;216;p23"/>
            <p:cNvSpPr/>
            <p:nvPr/>
          </p:nvSpPr>
          <p:spPr>
            <a:xfrm flipH="1">
              <a:off x="6648634" y="3102145"/>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dk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3"/>
            <p:cNvSpPr/>
            <p:nvPr/>
          </p:nvSpPr>
          <p:spPr>
            <a:xfrm flipH="1">
              <a:off x="-424849" y="1713051"/>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lt1"/>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3"/>
            <p:cNvSpPr/>
            <p:nvPr/>
          </p:nvSpPr>
          <p:spPr>
            <a:xfrm flipH="1">
              <a:off x="-749501" y="-1311580"/>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23"/>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3"/>
          <p:cNvSpPr txBox="1">
            <a:spLocks noGrp="1"/>
          </p:cNvSpPr>
          <p:nvPr>
            <p:ph type="subTitle" idx="1"/>
          </p:nvPr>
        </p:nvSpPr>
        <p:spPr>
          <a:xfrm>
            <a:off x="937700" y="3396548"/>
            <a:ext cx="21753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1" name="Google Shape;221;p23"/>
          <p:cNvSpPr txBox="1">
            <a:spLocks noGrp="1"/>
          </p:cNvSpPr>
          <p:nvPr>
            <p:ph type="subTitle" idx="2"/>
          </p:nvPr>
        </p:nvSpPr>
        <p:spPr>
          <a:xfrm>
            <a:off x="3484422" y="3396548"/>
            <a:ext cx="21753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2" name="Google Shape;222;p23"/>
          <p:cNvSpPr txBox="1">
            <a:spLocks noGrp="1"/>
          </p:cNvSpPr>
          <p:nvPr>
            <p:ph type="subTitle" idx="3"/>
          </p:nvPr>
        </p:nvSpPr>
        <p:spPr>
          <a:xfrm>
            <a:off x="6031150" y="3396548"/>
            <a:ext cx="21753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3" name="Google Shape;223;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4" name="Google Shape;224;p23"/>
          <p:cNvSpPr txBox="1">
            <a:spLocks noGrp="1"/>
          </p:cNvSpPr>
          <p:nvPr>
            <p:ph type="subTitle" idx="4"/>
          </p:nvPr>
        </p:nvSpPr>
        <p:spPr>
          <a:xfrm>
            <a:off x="937700" y="3086000"/>
            <a:ext cx="2175300" cy="394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Chivo"/>
                <a:ea typeface="Chivo"/>
                <a:cs typeface="Chivo"/>
                <a:sym typeface="Chivo"/>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25" name="Google Shape;225;p23"/>
          <p:cNvSpPr txBox="1">
            <a:spLocks noGrp="1"/>
          </p:cNvSpPr>
          <p:nvPr>
            <p:ph type="subTitle" idx="5"/>
          </p:nvPr>
        </p:nvSpPr>
        <p:spPr>
          <a:xfrm>
            <a:off x="3484422" y="3086000"/>
            <a:ext cx="2175300" cy="394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Chivo"/>
                <a:ea typeface="Chivo"/>
                <a:cs typeface="Chivo"/>
                <a:sym typeface="Chivo"/>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26" name="Google Shape;226;p23"/>
          <p:cNvSpPr txBox="1">
            <a:spLocks noGrp="1"/>
          </p:cNvSpPr>
          <p:nvPr>
            <p:ph type="subTitle" idx="6"/>
          </p:nvPr>
        </p:nvSpPr>
        <p:spPr>
          <a:xfrm>
            <a:off x="6031150" y="3086000"/>
            <a:ext cx="2175300" cy="3942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2400"/>
              <a:buFont typeface="DM Sans"/>
              <a:buNone/>
              <a:defRPr sz="2000" b="1">
                <a:latin typeface="Chivo"/>
                <a:ea typeface="Chivo"/>
                <a:cs typeface="Chivo"/>
                <a:sym typeface="Chivo"/>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227" name="Google Shape;227;p23"/>
          <p:cNvGrpSpPr/>
          <p:nvPr/>
        </p:nvGrpSpPr>
        <p:grpSpPr>
          <a:xfrm>
            <a:off x="8423991" y="1984990"/>
            <a:ext cx="604586" cy="572671"/>
            <a:chOff x="5397450" y="983750"/>
            <a:chExt cx="780917" cy="739694"/>
          </a:xfrm>
        </p:grpSpPr>
        <p:sp>
          <p:nvSpPr>
            <p:cNvPr id="228" name="Google Shape;228;p23"/>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3"/>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292"/>
        <p:cNvGrpSpPr/>
        <p:nvPr/>
      </p:nvGrpSpPr>
      <p:grpSpPr>
        <a:xfrm>
          <a:off x="0" y="0"/>
          <a:ext cx="0" cy="0"/>
          <a:chOff x="0" y="0"/>
          <a:chExt cx="0" cy="0"/>
        </a:xfrm>
      </p:grpSpPr>
      <p:grpSp>
        <p:nvGrpSpPr>
          <p:cNvPr id="293" name="Google Shape;293;p27"/>
          <p:cNvGrpSpPr/>
          <p:nvPr/>
        </p:nvGrpSpPr>
        <p:grpSpPr>
          <a:xfrm>
            <a:off x="-1994214" y="-1094717"/>
            <a:ext cx="4422119" cy="5904184"/>
            <a:chOff x="-1994214" y="-1094717"/>
            <a:chExt cx="4422119" cy="5904184"/>
          </a:xfrm>
        </p:grpSpPr>
        <p:sp>
          <p:nvSpPr>
            <p:cNvPr id="294" name="Google Shape;294;p27"/>
            <p:cNvSpPr/>
            <p:nvPr/>
          </p:nvSpPr>
          <p:spPr>
            <a:xfrm>
              <a:off x="-497999" y="-1094717"/>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7"/>
            <p:cNvSpPr/>
            <p:nvPr/>
          </p:nvSpPr>
          <p:spPr>
            <a:xfrm>
              <a:off x="-1994214" y="1578727"/>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7"/>
            <p:cNvSpPr/>
            <p:nvPr/>
          </p:nvSpPr>
          <p:spPr>
            <a:xfrm>
              <a:off x="-1898319" y="-628048"/>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 name="Google Shape;297;p27"/>
          <p:cNvSpPr/>
          <p:nvPr/>
        </p:nvSpPr>
        <p:spPr>
          <a:xfrm>
            <a:off x="708900" y="539500"/>
            <a:ext cx="6386400"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7"/>
          <p:cNvSpPr txBox="1">
            <a:spLocks noGrp="1"/>
          </p:cNvSpPr>
          <p:nvPr>
            <p:ph type="title"/>
          </p:nvPr>
        </p:nvSpPr>
        <p:spPr>
          <a:xfrm>
            <a:off x="1020234" y="728100"/>
            <a:ext cx="39828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99" name="Google Shape;299;p27"/>
          <p:cNvSpPr txBox="1">
            <a:spLocks noGrp="1"/>
          </p:cNvSpPr>
          <p:nvPr>
            <p:ph type="subTitle" idx="1"/>
          </p:nvPr>
        </p:nvSpPr>
        <p:spPr>
          <a:xfrm>
            <a:off x="1020200" y="1770299"/>
            <a:ext cx="3982800" cy="11010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0" name="Google Shape;300;p27"/>
          <p:cNvSpPr txBox="1"/>
          <p:nvPr/>
        </p:nvSpPr>
        <p:spPr>
          <a:xfrm>
            <a:off x="1020250" y="3429825"/>
            <a:ext cx="3939300" cy="55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000">
                <a:solidFill>
                  <a:schemeClr val="dk1"/>
                </a:solidFill>
                <a:latin typeface="Familjen Grotesk"/>
                <a:ea typeface="Familjen Grotesk"/>
                <a:cs typeface="Familjen Grotesk"/>
                <a:sym typeface="Familjen Grotesk"/>
              </a:rPr>
              <a:t>CREDITS: This presentation template was created by </a:t>
            </a:r>
            <a:r>
              <a:rPr lang="en" sz="1000" b="1" u="sng">
                <a:solidFill>
                  <a:schemeClr val="dk1"/>
                </a:solidFill>
                <a:latin typeface="Familjen Grotesk"/>
                <a:ea typeface="Familjen Grotesk"/>
                <a:cs typeface="Familjen Grotesk"/>
                <a:sym typeface="Familjen Grotesk"/>
                <a:hlinkClick r:id="rId2">
                  <a:extLst>
                    <a:ext uri="{A12FA001-AC4F-418D-AE19-62706E023703}">
                      <ahyp:hlinkClr xmlns:ahyp="http://schemas.microsoft.com/office/drawing/2018/hyperlinkcolor" val="tx"/>
                    </a:ext>
                  </a:extLst>
                </a:hlinkClick>
              </a:rPr>
              <a:t>Slidesgo</a:t>
            </a:r>
            <a:r>
              <a:rPr lang="en" sz="1000" b="1">
                <a:solidFill>
                  <a:schemeClr val="dk1"/>
                </a:solidFill>
                <a:latin typeface="Familjen Grotesk"/>
                <a:ea typeface="Familjen Grotesk"/>
                <a:cs typeface="Familjen Grotesk"/>
                <a:sym typeface="Familjen Grotesk"/>
              </a:rPr>
              <a:t>,</a:t>
            </a:r>
            <a:r>
              <a:rPr lang="en" sz="1000">
                <a:solidFill>
                  <a:schemeClr val="dk1"/>
                </a:solidFill>
                <a:latin typeface="Familjen Grotesk"/>
                <a:ea typeface="Familjen Grotesk"/>
                <a:cs typeface="Familjen Grotesk"/>
                <a:sym typeface="Familjen Grotesk"/>
              </a:rPr>
              <a:t> and includes icons by </a:t>
            </a:r>
            <a:r>
              <a:rPr lang="en" sz="1000" b="1" u="sng">
                <a:solidFill>
                  <a:schemeClr val="dk1"/>
                </a:solidFill>
                <a:latin typeface="Familjen Grotesk"/>
                <a:ea typeface="Familjen Grotesk"/>
                <a:cs typeface="Familjen Grotesk"/>
                <a:sym typeface="Familjen Grotesk"/>
                <a:hlinkClick r:id="rId3">
                  <a:extLst>
                    <a:ext uri="{A12FA001-AC4F-418D-AE19-62706E023703}">
                      <ahyp:hlinkClr xmlns:ahyp="http://schemas.microsoft.com/office/drawing/2018/hyperlinkcolor" val="tx"/>
                    </a:ext>
                  </a:extLst>
                </a:hlinkClick>
              </a:rPr>
              <a:t>Flaticon</a:t>
            </a:r>
            <a:r>
              <a:rPr lang="en" sz="1000">
                <a:solidFill>
                  <a:schemeClr val="dk1"/>
                </a:solidFill>
                <a:latin typeface="Familjen Grotesk"/>
                <a:ea typeface="Familjen Grotesk"/>
                <a:cs typeface="Familjen Grotesk"/>
                <a:sym typeface="Familjen Grotesk"/>
              </a:rPr>
              <a:t>, and infographics &amp; images by </a:t>
            </a:r>
            <a:r>
              <a:rPr lang="en" sz="1000" b="1" u="sng">
                <a:solidFill>
                  <a:schemeClr val="dk1"/>
                </a:solidFill>
                <a:latin typeface="Familjen Grotesk"/>
                <a:ea typeface="Familjen Grotesk"/>
                <a:cs typeface="Familjen Grotesk"/>
                <a:sym typeface="Familjen Grotesk"/>
                <a:hlinkClick r:id="rId4">
                  <a:extLst>
                    <a:ext uri="{A12FA001-AC4F-418D-AE19-62706E023703}">
                      <ahyp:hlinkClr xmlns:ahyp="http://schemas.microsoft.com/office/drawing/2018/hyperlinkcolor" val="tx"/>
                    </a:ext>
                  </a:extLst>
                </a:hlinkClick>
              </a:rPr>
              <a:t>Freepik</a:t>
            </a:r>
            <a:r>
              <a:rPr lang="en" sz="1000" b="1" u="sng">
                <a:solidFill>
                  <a:schemeClr val="dk1"/>
                </a:solidFill>
                <a:latin typeface="Familjen Grotesk"/>
                <a:ea typeface="Familjen Grotesk"/>
                <a:cs typeface="Familjen Grotesk"/>
                <a:sym typeface="Familjen Grotesk"/>
              </a:rPr>
              <a:t> </a:t>
            </a:r>
            <a:endParaRPr sz="1000" b="1" u="sng">
              <a:solidFill>
                <a:schemeClr val="dk1"/>
              </a:solidFill>
              <a:latin typeface="Familjen Grotesk"/>
              <a:ea typeface="Familjen Grotesk"/>
              <a:cs typeface="Familjen Grotesk"/>
              <a:sym typeface="Familjen Grotesk"/>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1"/>
        <p:cNvGrpSpPr/>
        <p:nvPr/>
      </p:nvGrpSpPr>
      <p:grpSpPr>
        <a:xfrm>
          <a:off x="0" y="0"/>
          <a:ext cx="0" cy="0"/>
          <a:chOff x="0" y="0"/>
          <a:chExt cx="0" cy="0"/>
        </a:xfrm>
      </p:grpSpPr>
      <p:grpSp>
        <p:nvGrpSpPr>
          <p:cNvPr id="302" name="Google Shape;302;p28"/>
          <p:cNvGrpSpPr/>
          <p:nvPr/>
        </p:nvGrpSpPr>
        <p:grpSpPr>
          <a:xfrm>
            <a:off x="-2409200" y="-1359278"/>
            <a:ext cx="5588006" cy="9205290"/>
            <a:chOff x="-2409200" y="-1359278"/>
            <a:chExt cx="5588006" cy="9205290"/>
          </a:xfrm>
        </p:grpSpPr>
        <p:sp>
          <p:nvSpPr>
            <p:cNvPr id="303" name="Google Shape;303;p28"/>
            <p:cNvSpPr/>
            <p:nvPr/>
          </p:nvSpPr>
          <p:spPr>
            <a:xfrm rot="5400000" flipH="1">
              <a:off x="-1123831" y="3543375"/>
              <a:ext cx="4988414" cy="3616860"/>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rot="9406135">
              <a:off x="-1921320" y="-588372"/>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 name="Google Shape;305;p28"/>
          <p:cNvSpPr/>
          <p:nvPr/>
        </p:nvSpPr>
        <p:spPr>
          <a:xfrm>
            <a:off x="708900" y="539500"/>
            <a:ext cx="6386400"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28"/>
          <p:cNvGrpSpPr/>
          <p:nvPr/>
        </p:nvGrpSpPr>
        <p:grpSpPr>
          <a:xfrm>
            <a:off x="3582000" y="-1785527"/>
            <a:ext cx="7858008" cy="9619153"/>
            <a:chOff x="3582000" y="-1785527"/>
            <a:chExt cx="7858008" cy="9619153"/>
          </a:xfrm>
        </p:grpSpPr>
        <p:sp>
          <p:nvSpPr>
            <p:cNvPr id="307" name="Google Shape;307;p28"/>
            <p:cNvSpPr/>
            <p:nvPr/>
          </p:nvSpPr>
          <p:spPr>
            <a:xfrm rot="9406135">
              <a:off x="4069880" y="3640878"/>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8"/>
            <p:cNvSpPr/>
            <p:nvPr/>
          </p:nvSpPr>
          <p:spPr>
            <a:xfrm rot="5400000" flipH="1">
              <a:off x="4545669" y="-1099750"/>
              <a:ext cx="4988414" cy="3616860"/>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8"/>
            <p:cNvSpPr/>
            <p:nvPr/>
          </p:nvSpPr>
          <p:spPr>
            <a:xfrm rot="-8100000" flipH="1">
              <a:off x="6836609" y="3014536"/>
              <a:ext cx="4559520" cy="2012722"/>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28"/>
          <p:cNvGrpSpPr/>
          <p:nvPr/>
        </p:nvGrpSpPr>
        <p:grpSpPr>
          <a:xfrm>
            <a:off x="343374" y="752700"/>
            <a:ext cx="8438645" cy="2656605"/>
            <a:chOff x="343374" y="752700"/>
            <a:chExt cx="8438645" cy="2656605"/>
          </a:xfrm>
        </p:grpSpPr>
        <p:grpSp>
          <p:nvGrpSpPr>
            <p:cNvPr id="311" name="Google Shape;311;p28"/>
            <p:cNvGrpSpPr/>
            <p:nvPr/>
          </p:nvGrpSpPr>
          <p:grpSpPr>
            <a:xfrm>
              <a:off x="7025425" y="752700"/>
              <a:ext cx="780917" cy="739694"/>
              <a:chOff x="5397450" y="983750"/>
              <a:chExt cx="780917" cy="739694"/>
            </a:xfrm>
          </p:grpSpPr>
          <p:sp>
            <p:nvSpPr>
              <p:cNvPr id="312" name="Google Shape;312;p28"/>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8"/>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8"/>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28"/>
            <p:cNvGrpSpPr/>
            <p:nvPr/>
          </p:nvGrpSpPr>
          <p:grpSpPr>
            <a:xfrm>
              <a:off x="7990550" y="1827200"/>
              <a:ext cx="791469" cy="739694"/>
              <a:chOff x="8352525" y="3155950"/>
              <a:chExt cx="791469" cy="739694"/>
            </a:xfrm>
          </p:grpSpPr>
          <p:sp>
            <p:nvSpPr>
              <p:cNvPr id="316" name="Google Shape;316;p28"/>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8"/>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8"/>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 name="Google Shape;319;p28"/>
            <p:cNvGrpSpPr/>
            <p:nvPr/>
          </p:nvGrpSpPr>
          <p:grpSpPr>
            <a:xfrm rot="-5400000">
              <a:off x="322763" y="2649000"/>
              <a:ext cx="780917" cy="739694"/>
              <a:chOff x="5397450" y="983750"/>
              <a:chExt cx="780917" cy="739694"/>
            </a:xfrm>
          </p:grpSpPr>
          <p:sp>
            <p:nvSpPr>
              <p:cNvPr id="320" name="Google Shape;320;p28"/>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8"/>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8"/>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3" name="Google Shape;323;p28"/>
          <p:cNvGrpSpPr/>
          <p:nvPr/>
        </p:nvGrpSpPr>
        <p:grpSpPr>
          <a:xfrm>
            <a:off x="322775" y="1239450"/>
            <a:ext cx="8459250" cy="2798326"/>
            <a:chOff x="322775" y="1239450"/>
            <a:chExt cx="8459250" cy="2798326"/>
          </a:xfrm>
        </p:grpSpPr>
        <p:grpSp>
          <p:nvGrpSpPr>
            <p:cNvPr id="324" name="Google Shape;324;p28"/>
            <p:cNvGrpSpPr/>
            <p:nvPr/>
          </p:nvGrpSpPr>
          <p:grpSpPr>
            <a:xfrm rot="5400000">
              <a:off x="8450500" y="1058375"/>
              <a:ext cx="150451" cy="512600"/>
              <a:chOff x="2990775" y="3601075"/>
              <a:chExt cx="150451" cy="512600"/>
            </a:xfrm>
          </p:grpSpPr>
          <p:sp>
            <p:nvSpPr>
              <p:cNvPr id="325" name="Google Shape;325;p28"/>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8"/>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8"/>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8"/>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8"/>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28"/>
            <p:cNvGrpSpPr/>
            <p:nvPr/>
          </p:nvGrpSpPr>
          <p:grpSpPr>
            <a:xfrm rot="5400000">
              <a:off x="503850" y="3706250"/>
              <a:ext cx="150451" cy="512600"/>
              <a:chOff x="2990775" y="3601075"/>
              <a:chExt cx="150451" cy="512600"/>
            </a:xfrm>
          </p:grpSpPr>
          <p:sp>
            <p:nvSpPr>
              <p:cNvPr id="336" name="Google Shape;336;p28"/>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8"/>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8"/>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8"/>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6"/>
        <p:cNvGrpSpPr/>
        <p:nvPr/>
      </p:nvGrpSpPr>
      <p:grpSpPr>
        <a:xfrm>
          <a:off x="0" y="0"/>
          <a:ext cx="0" cy="0"/>
          <a:chOff x="0" y="0"/>
          <a:chExt cx="0" cy="0"/>
        </a:xfrm>
      </p:grpSpPr>
      <p:grpSp>
        <p:nvGrpSpPr>
          <p:cNvPr id="347" name="Google Shape;347;p29"/>
          <p:cNvGrpSpPr/>
          <p:nvPr/>
        </p:nvGrpSpPr>
        <p:grpSpPr>
          <a:xfrm>
            <a:off x="-1286628" y="-2006477"/>
            <a:ext cx="13147933" cy="8140478"/>
            <a:chOff x="-1286628" y="-2006477"/>
            <a:chExt cx="13147933" cy="8140478"/>
          </a:xfrm>
        </p:grpSpPr>
        <p:sp>
          <p:nvSpPr>
            <p:cNvPr id="348" name="Google Shape;348;p29"/>
            <p:cNvSpPr/>
            <p:nvPr/>
          </p:nvSpPr>
          <p:spPr>
            <a:xfrm rot="1393865" flipH="1">
              <a:off x="2191780" y="-1235571"/>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9"/>
            <p:cNvSpPr/>
            <p:nvPr/>
          </p:nvSpPr>
          <p:spPr>
            <a:xfrm rot="5400000">
              <a:off x="-1972406" y="1831364"/>
              <a:ext cx="4988414" cy="3616860"/>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9"/>
            <p:cNvSpPr/>
            <p:nvPr/>
          </p:nvSpPr>
          <p:spPr>
            <a:xfrm rot="-7958820">
              <a:off x="7296844" y="510948"/>
              <a:ext cx="4559509" cy="2012717"/>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 name="Google Shape;351;p29"/>
          <p:cNvSpPr/>
          <p:nvPr/>
        </p:nvSpPr>
        <p:spPr>
          <a:xfrm>
            <a:off x="524475" y="384600"/>
            <a:ext cx="8095200" cy="4374300"/>
          </a:xfrm>
          <a:prstGeom prst="roundRect">
            <a:avLst>
              <a:gd name="adj" fmla="val 68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2" name="Google Shape;352;p29"/>
          <p:cNvGrpSpPr/>
          <p:nvPr/>
        </p:nvGrpSpPr>
        <p:grpSpPr>
          <a:xfrm rot="5400000">
            <a:off x="8524150" y="3694875"/>
            <a:ext cx="150451" cy="512600"/>
            <a:chOff x="2990775" y="3601075"/>
            <a:chExt cx="150451" cy="512600"/>
          </a:xfrm>
        </p:grpSpPr>
        <p:sp>
          <p:nvSpPr>
            <p:cNvPr id="353" name="Google Shape;353;p29"/>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9"/>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9"/>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9"/>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9"/>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9"/>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9"/>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 name="Google Shape;363;p29"/>
          <p:cNvGrpSpPr/>
          <p:nvPr/>
        </p:nvGrpSpPr>
        <p:grpSpPr>
          <a:xfrm>
            <a:off x="151949" y="953064"/>
            <a:ext cx="8791545" cy="1018955"/>
            <a:chOff x="151949" y="953064"/>
            <a:chExt cx="8791545" cy="1018955"/>
          </a:xfrm>
        </p:grpSpPr>
        <p:grpSp>
          <p:nvGrpSpPr>
            <p:cNvPr id="364" name="Google Shape;364;p29"/>
            <p:cNvGrpSpPr/>
            <p:nvPr/>
          </p:nvGrpSpPr>
          <p:grpSpPr>
            <a:xfrm rot="-5400000">
              <a:off x="131337" y="973675"/>
              <a:ext cx="780917" cy="739694"/>
              <a:chOff x="5397450" y="983750"/>
              <a:chExt cx="780917" cy="739694"/>
            </a:xfrm>
          </p:grpSpPr>
          <p:sp>
            <p:nvSpPr>
              <p:cNvPr id="365" name="Google Shape;365;p29"/>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9"/>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29"/>
            <p:cNvGrpSpPr/>
            <p:nvPr/>
          </p:nvGrpSpPr>
          <p:grpSpPr>
            <a:xfrm>
              <a:off x="8152025" y="1232325"/>
              <a:ext cx="791469" cy="739694"/>
              <a:chOff x="8352525" y="3155950"/>
              <a:chExt cx="791469" cy="739694"/>
            </a:xfrm>
          </p:grpSpPr>
          <p:sp>
            <p:nvSpPr>
              <p:cNvPr id="369" name="Google Shape;369;p29"/>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9"/>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9"/>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1pPr>
            <a:lvl2pPr lvl="1"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2pPr>
            <a:lvl3pPr lvl="2"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3pPr>
            <a:lvl4pPr lvl="3"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4pPr>
            <a:lvl5pPr lvl="4"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5pPr>
            <a:lvl6pPr lvl="5"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6pPr>
            <a:lvl7pPr lvl="6"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7pPr>
            <a:lvl8pPr lvl="7"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8pPr>
            <a:lvl9pPr lvl="8" rtl="0">
              <a:spcBef>
                <a:spcPts val="0"/>
              </a:spcBef>
              <a:spcAft>
                <a:spcPts val="0"/>
              </a:spcAft>
              <a:buClr>
                <a:schemeClr val="dk1"/>
              </a:buClr>
              <a:buSzPts val="3000"/>
              <a:buFont typeface="Chivo"/>
              <a:buNone/>
              <a:defRPr sz="3000" b="1">
                <a:solidFill>
                  <a:schemeClr val="dk1"/>
                </a:solidFill>
                <a:latin typeface="Chivo"/>
                <a:ea typeface="Chivo"/>
                <a:cs typeface="Chivo"/>
                <a:sym typeface="Chiv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1pPr>
            <a:lvl2pPr marL="914400" lvl="1"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2pPr>
            <a:lvl3pPr marL="1371600" lvl="2"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3pPr>
            <a:lvl4pPr marL="1828800" lvl="3"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4pPr>
            <a:lvl5pPr marL="2286000" lvl="4"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5pPr>
            <a:lvl6pPr marL="2743200" lvl="5"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6pPr>
            <a:lvl7pPr marL="3200400" lvl="6"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7pPr>
            <a:lvl8pPr marL="3657600" lvl="7"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8pPr>
            <a:lvl9pPr marL="4114800" lvl="8" indent="-317500">
              <a:lnSpc>
                <a:spcPct val="115000"/>
              </a:lnSpc>
              <a:spcBef>
                <a:spcPts val="0"/>
              </a:spcBef>
              <a:spcAft>
                <a:spcPts val="0"/>
              </a:spcAft>
              <a:buClr>
                <a:schemeClr val="dk1"/>
              </a:buClr>
              <a:buSzPts val="1400"/>
              <a:buFont typeface="Familjen Grotesk"/>
              <a:buChar char="■"/>
              <a:defRPr>
                <a:solidFill>
                  <a:schemeClr val="dk1"/>
                </a:solidFill>
                <a:latin typeface="Familjen Grotesk"/>
                <a:ea typeface="Familjen Grotesk"/>
                <a:cs typeface="Familjen Grotesk"/>
                <a:sym typeface="Familj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8" r:id="rId7"/>
    <p:sldLayoutId id="2147483660" r:id="rId8"/>
    <p:sldLayoutId id="2147483661" r:id="rId9"/>
    <p:sldLayoutId id="2147483662" r:id="rId10"/>
    <p:sldLayoutId id="2147483664" r:id="rId11"/>
    <p:sldLayoutId id="2147483669" r:id="rId12"/>
    <p:sldLayoutId id="2147483673" r:id="rId13"/>
    <p:sldLayoutId id="2147483674" r:id="rId14"/>
    <p:sldLayoutId id="214748367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3"/>
          <p:cNvSpPr/>
          <p:nvPr/>
        </p:nvSpPr>
        <p:spPr>
          <a:xfrm>
            <a:off x="186999" y="539500"/>
            <a:ext cx="7738669"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33"/>
          <p:cNvGrpSpPr/>
          <p:nvPr/>
        </p:nvGrpSpPr>
        <p:grpSpPr>
          <a:xfrm>
            <a:off x="5455649" y="-2072443"/>
            <a:ext cx="6393772" cy="8279455"/>
            <a:chOff x="4636075" y="-1936977"/>
            <a:chExt cx="6393772" cy="8279455"/>
          </a:xfrm>
        </p:grpSpPr>
        <p:sp>
          <p:nvSpPr>
            <p:cNvPr id="384" name="Google Shape;384;p33"/>
            <p:cNvSpPr/>
            <p:nvPr/>
          </p:nvSpPr>
          <p:spPr>
            <a:xfrm rot="-1393865">
              <a:off x="5123955" y="-1166071"/>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rot="-1393865">
              <a:off x="5530353" y="1002938"/>
              <a:ext cx="4988404" cy="3616853"/>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rot="-1393865">
              <a:off x="6237184" y="3512106"/>
              <a:ext cx="4559545" cy="2012733"/>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7" name="Google Shape;387;p33"/>
          <p:cNvSpPr txBox="1">
            <a:spLocks noGrp="1"/>
          </p:cNvSpPr>
          <p:nvPr>
            <p:ph type="ctrTitle"/>
          </p:nvPr>
        </p:nvSpPr>
        <p:spPr>
          <a:xfrm>
            <a:off x="983824" y="869366"/>
            <a:ext cx="4969936" cy="105015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Daytona" panose="020B0604030500040204" pitchFamily="34" charset="0"/>
              </a:rPr>
              <a:t>An Integrated Smart Pond Water Quality Monitoring and Fish Farming Recommendation Aquabot System</a:t>
            </a:r>
          </a:p>
        </p:txBody>
      </p:sp>
      <p:grpSp>
        <p:nvGrpSpPr>
          <p:cNvPr id="389" name="Google Shape;389;p33"/>
          <p:cNvGrpSpPr/>
          <p:nvPr/>
        </p:nvGrpSpPr>
        <p:grpSpPr>
          <a:xfrm>
            <a:off x="6178375" y="3737625"/>
            <a:ext cx="150451" cy="512600"/>
            <a:chOff x="2990775" y="3601075"/>
            <a:chExt cx="150451" cy="512600"/>
          </a:xfrm>
        </p:grpSpPr>
        <p:sp>
          <p:nvSpPr>
            <p:cNvPr id="390" name="Google Shape;390;p3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33"/>
          <p:cNvGrpSpPr/>
          <p:nvPr/>
        </p:nvGrpSpPr>
        <p:grpSpPr>
          <a:xfrm>
            <a:off x="8731450" y="471150"/>
            <a:ext cx="150451" cy="512600"/>
            <a:chOff x="2990775" y="3601075"/>
            <a:chExt cx="150451" cy="512600"/>
          </a:xfrm>
        </p:grpSpPr>
        <p:sp>
          <p:nvSpPr>
            <p:cNvPr id="401" name="Google Shape;401;p3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p:cNvGrpSpPr/>
          <p:nvPr/>
        </p:nvGrpSpPr>
        <p:grpSpPr>
          <a:xfrm>
            <a:off x="6373000" y="294375"/>
            <a:ext cx="780917" cy="739694"/>
            <a:chOff x="5397450" y="983750"/>
            <a:chExt cx="780917" cy="739694"/>
          </a:xfrm>
        </p:grpSpPr>
        <p:sp>
          <p:nvSpPr>
            <p:cNvPr id="412" name="Google Shape;412;p33"/>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p:cNvGrpSpPr/>
          <p:nvPr/>
        </p:nvGrpSpPr>
        <p:grpSpPr>
          <a:xfrm>
            <a:off x="8352525" y="3155950"/>
            <a:ext cx="791469" cy="739694"/>
            <a:chOff x="8352525" y="3155950"/>
            <a:chExt cx="791469" cy="739694"/>
          </a:xfrm>
        </p:grpSpPr>
        <p:sp>
          <p:nvSpPr>
            <p:cNvPr id="416" name="Google Shape;416;p33"/>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p:cNvGrpSpPr/>
          <p:nvPr/>
        </p:nvGrpSpPr>
        <p:grpSpPr>
          <a:xfrm>
            <a:off x="-165468" y="2559000"/>
            <a:ext cx="791469" cy="739694"/>
            <a:chOff x="8352525" y="3155950"/>
            <a:chExt cx="791469" cy="739694"/>
          </a:xfrm>
        </p:grpSpPr>
        <p:sp>
          <p:nvSpPr>
            <p:cNvPr id="420" name="Google Shape;420;p33"/>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 name="Picture 8">
            <a:extLst>
              <a:ext uri="{FF2B5EF4-FFF2-40B4-BE49-F238E27FC236}">
                <a16:creationId xmlns:a16="http://schemas.microsoft.com/office/drawing/2014/main" id="{658975D1-410A-29D6-E21B-07818E60E88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5000"/>
                    </a14:imgEffect>
                  </a14:imgLayer>
                </a14:imgProps>
              </a:ext>
            </a:extLst>
          </a:blip>
          <a:stretch>
            <a:fillRect/>
          </a:stretch>
        </p:blipFill>
        <p:spPr>
          <a:xfrm>
            <a:off x="1095257" y="2040399"/>
            <a:ext cx="4401112" cy="24635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551F3197-915C-6843-3286-230C1BBE98CD}"/>
            </a:ext>
          </a:extLst>
        </p:cNvPr>
        <p:cNvGrpSpPr/>
        <p:nvPr/>
      </p:nvGrpSpPr>
      <p:grpSpPr>
        <a:xfrm>
          <a:off x="0" y="0"/>
          <a:ext cx="0" cy="0"/>
          <a:chOff x="0" y="0"/>
          <a:chExt cx="0" cy="0"/>
        </a:xfrm>
      </p:grpSpPr>
      <p:sp>
        <p:nvSpPr>
          <p:cNvPr id="479" name="Google Shape;479;p36">
            <a:extLst>
              <a:ext uri="{FF2B5EF4-FFF2-40B4-BE49-F238E27FC236}">
                <a16:creationId xmlns:a16="http://schemas.microsoft.com/office/drawing/2014/main" id="{8579EFAB-24F2-B437-A594-BDF6574D4274}"/>
              </a:ext>
            </a:extLst>
          </p:cNvPr>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a:extLst>
              <a:ext uri="{FF2B5EF4-FFF2-40B4-BE49-F238E27FC236}">
                <a16:creationId xmlns:a16="http://schemas.microsoft.com/office/drawing/2014/main" id="{4EA54783-D4A2-7E02-5905-9AADFD45FD78}"/>
              </a:ext>
            </a:extLst>
          </p:cNvPr>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E8009F7D-6AD1-B5CF-588B-1A23B525E964}"/>
              </a:ext>
            </a:extLst>
          </p:cNvPr>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a:extLst>
              <a:ext uri="{FF2B5EF4-FFF2-40B4-BE49-F238E27FC236}">
                <a16:creationId xmlns:a16="http://schemas.microsoft.com/office/drawing/2014/main" id="{B0DFFFCA-C554-05FD-9910-D83133653753}"/>
              </a:ext>
            </a:extLst>
          </p:cNvPr>
          <p:cNvGrpSpPr/>
          <p:nvPr/>
        </p:nvGrpSpPr>
        <p:grpSpPr>
          <a:xfrm>
            <a:off x="6842734" y="-74955"/>
            <a:ext cx="4493392" cy="5973876"/>
            <a:chOff x="6842734" y="-74955"/>
            <a:chExt cx="4493392" cy="5973876"/>
          </a:xfrm>
        </p:grpSpPr>
        <p:sp>
          <p:nvSpPr>
            <p:cNvPr id="483" name="Google Shape;483;p36">
              <a:extLst>
                <a:ext uri="{FF2B5EF4-FFF2-40B4-BE49-F238E27FC236}">
                  <a16:creationId xmlns:a16="http://schemas.microsoft.com/office/drawing/2014/main" id="{3DD0C9E5-47F9-B03D-8317-83DFC40098D3}"/>
                </a:ext>
              </a:extLst>
            </p:cNvPr>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a:extLst>
                <a:ext uri="{FF2B5EF4-FFF2-40B4-BE49-F238E27FC236}">
                  <a16:creationId xmlns:a16="http://schemas.microsoft.com/office/drawing/2014/main" id="{877A0B2B-92C7-85A0-1B4D-9AB5FD758050}"/>
                </a:ext>
              </a:extLst>
            </p:cNvPr>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D5A134DE-73BC-B32B-FBEF-CF7E1285049C}"/>
                </a:ext>
              </a:extLst>
            </p:cNvPr>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a:extLst>
              <a:ext uri="{FF2B5EF4-FFF2-40B4-BE49-F238E27FC236}">
                <a16:creationId xmlns:a16="http://schemas.microsoft.com/office/drawing/2014/main" id="{577072E6-C181-59AC-753F-8CFC0E0E04F1}"/>
              </a:ext>
            </a:extLst>
          </p:cNvPr>
          <p:cNvGrpSpPr/>
          <p:nvPr/>
        </p:nvGrpSpPr>
        <p:grpSpPr>
          <a:xfrm rot="5400000">
            <a:off x="8057050" y="4277050"/>
            <a:ext cx="150451" cy="512600"/>
            <a:chOff x="2990775" y="3601075"/>
            <a:chExt cx="150451" cy="512600"/>
          </a:xfrm>
        </p:grpSpPr>
        <p:sp>
          <p:nvSpPr>
            <p:cNvPr id="490" name="Google Shape;490;p36">
              <a:extLst>
                <a:ext uri="{FF2B5EF4-FFF2-40B4-BE49-F238E27FC236}">
                  <a16:creationId xmlns:a16="http://schemas.microsoft.com/office/drawing/2014/main" id="{57A95EB3-5F04-F1B4-4136-CFCC6A1808CD}"/>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a:extLst>
                <a:ext uri="{FF2B5EF4-FFF2-40B4-BE49-F238E27FC236}">
                  <a16:creationId xmlns:a16="http://schemas.microsoft.com/office/drawing/2014/main" id="{1C7AB288-5C2A-09D1-8602-70AE6F70836A}"/>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711C5A58-E76F-D7BF-D16D-2225B1CC93FE}"/>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21A1E0C1-A3EF-212C-F44B-6AF4878DFAF6}"/>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a:extLst>
                <a:ext uri="{FF2B5EF4-FFF2-40B4-BE49-F238E27FC236}">
                  <a16:creationId xmlns:a16="http://schemas.microsoft.com/office/drawing/2014/main" id="{31C96075-6968-E8A0-B661-51FCB7FCA272}"/>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a:extLst>
                <a:ext uri="{FF2B5EF4-FFF2-40B4-BE49-F238E27FC236}">
                  <a16:creationId xmlns:a16="http://schemas.microsoft.com/office/drawing/2014/main" id="{B64427EC-67E6-5099-EC48-3F4A1A65A864}"/>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AC574ED7-586D-1A8A-35A4-A8C59E38B458}"/>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30F8D04E-45A0-C55F-F315-D0B1FD348076}"/>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a:extLst>
                <a:ext uri="{FF2B5EF4-FFF2-40B4-BE49-F238E27FC236}">
                  <a16:creationId xmlns:a16="http://schemas.microsoft.com/office/drawing/2014/main" id="{98D6C59E-1EEA-434A-6783-2D75DA02F669}"/>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a:extLst>
                <a:ext uri="{FF2B5EF4-FFF2-40B4-BE49-F238E27FC236}">
                  <a16:creationId xmlns:a16="http://schemas.microsoft.com/office/drawing/2014/main" id="{62B45C56-2900-5923-7CC3-CBDAEB8F97BA}"/>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a:extLst>
              <a:ext uri="{FF2B5EF4-FFF2-40B4-BE49-F238E27FC236}">
                <a16:creationId xmlns:a16="http://schemas.microsoft.com/office/drawing/2014/main" id="{A5983EF5-F1F9-E90E-332A-2E69D8D86AFB}"/>
              </a:ext>
            </a:extLst>
          </p:cNvPr>
          <p:cNvGrpSpPr/>
          <p:nvPr/>
        </p:nvGrpSpPr>
        <p:grpSpPr>
          <a:xfrm>
            <a:off x="7151890" y="3274810"/>
            <a:ext cx="780917" cy="739694"/>
            <a:chOff x="5397450" y="983750"/>
            <a:chExt cx="780917" cy="739694"/>
          </a:xfrm>
        </p:grpSpPr>
        <p:sp>
          <p:nvSpPr>
            <p:cNvPr id="501" name="Google Shape;501;p36">
              <a:extLst>
                <a:ext uri="{FF2B5EF4-FFF2-40B4-BE49-F238E27FC236}">
                  <a16:creationId xmlns:a16="http://schemas.microsoft.com/office/drawing/2014/main" id="{98196B36-48CC-0CAE-D74A-68314576B6EE}"/>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a:extLst>
                <a:ext uri="{FF2B5EF4-FFF2-40B4-BE49-F238E27FC236}">
                  <a16:creationId xmlns:a16="http://schemas.microsoft.com/office/drawing/2014/main" id="{1F2C0BE3-1D23-8FC5-66FC-8504DC9DFC6C}"/>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a:extLst>
                <a:ext uri="{FF2B5EF4-FFF2-40B4-BE49-F238E27FC236}">
                  <a16:creationId xmlns:a16="http://schemas.microsoft.com/office/drawing/2014/main" id="{A0A8711A-63F3-55AF-935B-8FB21733241E}"/>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a:extLst>
              <a:ext uri="{FF2B5EF4-FFF2-40B4-BE49-F238E27FC236}">
                <a16:creationId xmlns:a16="http://schemas.microsoft.com/office/drawing/2014/main" id="{C64D3F95-1173-06AB-B02B-69C83C9ABF86}"/>
              </a:ext>
            </a:extLst>
          </p:cNvPr>
          <p:cNvGrpSpPr/>
          <p:nvPr/>
        </p:nvGrpSpPr>
        <p:grpSpPr>
          <a:xfrm>
            <a:off x="8093407" y="906687"/>
            <a:ext cx="791469" cy="739694"/>
            <a:chOff x="8352525" y="3155950"/>
            <a:chExt cx="791469" cy="739694"/>
          </a:xfrm>
        </p:grpSpPr>
        <p:sp>
          <p:nvSpPr>
            <p:cNvPr id="505" name="Google Shape;505;p36">
              <a:extLst>
                <a:ext uri="{FF2B5EF4-FFF2-40B4-BE49-F238E27FC236}">
                  <a16:creationId xmlns:a16="http://schemas.microsoft.com/office/drawing/2014/main" id="{ED0E3696-8D6C-B9B8-35AF-687CB1276777}"/>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a:extLst>
                <a:ext uri="{FF2B5EF4-FFF2-40B4-BE49-F238E27FC236}">
                  <a16:creationId xmlns:a16="http://schemas.microsoft.com/office/drawing/2014/main" id="{D8D5F93D-C6D1-2EAD-D77A-ACCCF82302FF}"/>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a:extLst>
                <a:ext uri="{FF2B5EF4-FFF2-40B4-BE49-F238E27FC236}">
                  <a16:creationId xmlns:a16="http://schemas.microsoft.com/office/drawing/2014/main" id="{F467C3E5-82A8-0198-6377-C210ED1638F7}"/>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a:extLst>
              <a:ext uri="{FF2B5EF4-FFF2-40B4-BE49-F238E27FC236}">
                <a16:creationId xmlns:a16="http://schemas.microsoft.com/office/drawing/2014/main" id="{3A5F4A1B-3E03-6B97-38FD-5EAB7C7FC605}"/>
              </a:ext>
            </a:extLst>
          </p:cNvPr>
          <p:cNvGrpSpPr/>
          <p:nvPr/>
        </p:nvGrpSpPr>
        <p:grpSpPr>
          <a:xfrm>
            <a:off x="264180" y="3543857"/>
            <a:ext cx="791469" cy="739694"/>
            <a:chOff x="8352525" y="3155950"/>
            <a:chExt cx="791469" cy="739694"/>
          </a:xfrm>
        </p:grpSpPr>
        <p:sp>
          <p:nvSpPr>
            <p:cNvPr id="509" name="Google Shape;509;p36">
              <a:extLst>
                <a:ext uri="{FF2B5EF4-FFF2-40B4-BE49-F238E27FC236}">
                  <a16:creationId xmlns:a16="http://schemas.microsoft.com/office/drawing/2014/main" id="{2D782AAB-C9AF-9CF7-402D-7E59F065A02B}"/>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a:extLst>
                <a:ext uri="{FF2B5EF4-FFF2-40B4-BE49-F238E27FC236}">
                  <a16:creationId xmlns:a16="http://schemas.microsoft.com/office/drawing/2014/main" id="{918C7092-FCE1-9DB1-C5EB-31DE19F55CB1}"/>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a:extLst>
                <a:ext uri="{FF2B5EF4-FFF2-40B4-BE49-F238E27FC236}">
                  <a16:creationId xmlns:a16="http://schemas.microsoft.com/office/drawing/2014/main" id="{8EA3FC15-CA7C-B430-2D96-3CB1D8D9BBDC}"/>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a:extLst>
              <a:ext uri="{FF2B5EF4-FFF2-40B4-BE49-F238E27FC236}">
                <a16:creationId xmlns:a16="http://schemas.microsoft.com/office/drawing/2014/main" id="{4D9E3BB5-251B-DFE6-8923-9A2FFD1B1D65}"/>
              </a:ext>
            </a:extLst>
          </p:cNvPr>
          <p:cNvGrpSpPr/>
          <p:nvPr/>
        </p:nvGrpSpPr>
        <p:grpSpPr>
          <a:xfrm rot="5400000">
            <a:off x="638000" y="1828625"/>
            <a:ext cx="150451" cy="512600"/>
            <a:chOff x="2990775" y="3601075"/>
            <a:chExt cx="150451" cy="512600"/>
          </a:xfrm>
        </p:grpSpPr>
        <p:sp>
          <p:nvSpPr>
            <p:cNvPr id="513" name="Google Shape;513;p36">
              <a:extLst>
                <a:ext uri="{FF2B5EF4-FFF2-40B4-BE49-F238E27FC236}">
                  <a16:creationId xmlns:a16="http://schemas.microsoft.com/office/drawing/2014/main" id="{F4A9436B-B8A8-2E45-EF56-872BA2359C60}"/>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a:extLst>
                <a:ext uri="{FF2B5EF4-FFF2-40B4-BE49-F238E27FC236}">
                  <a16:creationId xmlns:a16="http://schemas.microsoft.com/office/drawing/2014/main" id="{187F7762-8383-8B4A-EC21-FB829021C425}"/>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a:extLst>
                <a:ext uri="{FF2B5EF4-FFF2-40B4-BE49-F238E27FC236}">
                  <a16:creationId xmlns:a16="http://schemas.microsoft.com/office/drawing/2014/main" id="{72D00380-456C-D64B-A339-F699EFB4465E}"/>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a:extLst>
                <a:ext uri="{FF2B5EF4-FFF2-40B4-BE49-F238E27FC236}">
                  <a16:creationId xmlns:a16="http://schemas.microsoft.com/office/drawing/2014/main" id="{13DF1481-F0CA-014D-8DBF-FDB5A561B139}"/>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a:extLst>
                <a:ext uri="{FF2B5EF4-FFF2-40B4-BE49-F238E27FC236}">
                  <a16:creationId xmlns:a16="http://schemas.microsoft.com/office/drawing/2014/main" id="{C16A79DB-027E-19DB-2E02-35493E7D13C3}"/>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a:extLst>
                <a:ext uri="{FF2B5EF4-FFF2-40B4-BE49-F238E27FC236}">
                  <a16:creationId xmlns:a16="http://schemas.microsoft.com/office/drawing/2014/main" id="{90EC6F43-D68E-9A8E-F787-8F7D08A240D7}"/>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a:extLst>
                <a:ext uri="{FF2B5EF4-FFF2-40B4-BE49-F238E27FC236}">
                  <a16:creationId xmlns:a16="http://schemas.microsoft.com/office/drawing/2014/main" id="{18D44CCE-0430-A173-6FF4-D42033F3E2FD}"/>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a:extLst>
                <a:ext uri="{FF2B5EF4-FFF2-40B4-BE49-F238E27FC236}">
                  <a16:creationId xmlns:a16="http://schemas.microsoft.com/office/drawing/2014/main" id="{B0D6749B-1082-79BD-D171-1083F770A2B6}"/>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a:extLst>
                <a:ext uri="{FF2B5EF4-FFF2-40B4-BE49-F238E27FC236}">
                  <a16:creationId xmlns:a16="http://schemas.microsoft.com/office/drawing/2014/main" id="{4C4DBF26-F51A-EB76-6DE8-02742E8901B3}"/>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a:extLst>
                <a:ext uri="{FF2B5EF4-FFF2-40B4-BE49-F238E27FC236}">
                  <a16:creationId xmlns:a16="http://schemas.microsoft.com/office/drawing/2014/main" id="{C35B0AEC-907E-4A6A-CB2E-85222F67D28C}"/>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4C179773-5340-3011-E171-FC7313627A81}"/>
              </a:ext>
            </a:extLst>
          </p:cNvPr>
          <p:cNvPicPr>
            <a:picLocks noChangeAspect="1"/>
          </p:cNvPicPr>
          <p:nvPr/>
        </p:nvPicPr>
        <p:blipFill>
          <a:blip r:embed="rId3"/>
          <a:stretch>
            <a:fillRect/>
          </a:stretch>
        </p:blipFill>
        <p:spPr>
          <a:xfrm>
            <a:off x="2978396" y="1028764"/>
            <a:ext cx="2796489" cy="3794207"/>
          </a:xfrm>
          <a:prstGeom prst="rect">
            <a:avLst/>
          </a:prstGeom>
        </p:spPr>
      </p:pic>
    </p:spTree>
    <p:extLst>
      <p:ext uri="{BB962C8B-B14F-4D97-AF65-F5344CB8AC3E}">
        <p14:creationId xmlns:p14="http://schemas.microsoft.com/office/powerpoint/2010/main" val="244936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3">
          <a:extLst>
            <a:ext uri="{FF2B5EF4-FFF2-40B4-BE49-F238E27FC236}">
              <a16:creationId xmlns:a16="http://schemas.microsoft.com/office/drawing/2014/main" id="{52CD6911-B3D5-67D9-C0F2-8D0CFA2A38E2}"/>
            </a:ext>
          </a:extLst>
        </p:cNvPr>
        <p:cNvGrpSpPr/>
        <p:nvPr/>
      </p:nvGrpSpPr>
      <p:grpSpPr>
        <a:xfrm>
          <a:off x="0" y="0"/>
          <a:ext cx="0" cy="0"/>
          <a:chOff x="0" y="0"/>
          <a:chExt cx="0" cy="0"/>
        </a:xfrm>
      </p:grpSpPr>
      <p:sp>
        <p:nvSpPr>
          <p:cNvPr id="754" name="Google Shape;754;p44">
            <a:extLst>
              <a:ext uri="{FF2B5EF4-FFF2-40B4-BE49-F238E27FC236}">
                <a16:creationId xmlns:a16="http://schemas.microsoft.com/office/drawing/2014/main" id="{63CDEFF2-79C1-47FD-3CCD-BC20B738F642}"/>
              </a:ext>
            </a:extLst>
          </p:cNvPr>
          <p:cNvSpPr txBox="1">
            <a:spLocks noGrp="1"/>
          </p:cNvSpPr>
          <p:nvPr>
            <p:ph type="title"/>
          </p:nvPr>
        </p:nvSpPr>
        <p:spPr>
          <a:xfrm>
            <a:off x="1073531" y="1211004"/>
            <a:ext cx="1786525" cy="102558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rgbClr val="00659C"/>
                </a:solidFill>
                <a:latin typeface="Daytona" panose="020B0604030500040204" pitchFamily="34" charset="0"/>
              </a:rPr>
              <a:t>Topic of Interest</a:t>
            </a:r>
          </a:p>
        </p:txBody>
      </p:sp>
      <p:sp>
        <p:nvSpPr>
          <p:cNvPr id="755" name="Google Shape;755;p44">
            <a:extLst>
              <a:ext uri="{FF2B5EF4-FFF2-40B4-BE49-F238E27FC236}">
                <a16:creationId xmlns:a16="http://schemas.microsoft.com/office/drawing/2014/main" id="{92F5E5C3-535C-FE22-046C-2E958EDF82CB}"/>
              </a:ext>
            </a:extLst>
          </p:cNvPr>
          <p:cNvSpPr txBox="1">
            <a:spLocks noGrp="1"/>
          </p:cNvSpPr>
          <p:nvPr>
            <p:ph type="subTitle" idx="1"/>
          </p:nvPr>
        </p:nvSpPr>
        <p:spPr>
          <a:xfrm>
            <a:off x="1108956" y="2258232"/>
            <a:ext cx="3502200" cy="172875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b="1" dirty="0"/>
              <a:t>Smart fish farming has emerged as a promising approach</a:t>
            </a:r>
            <a:r>
              <a:rPr lang="en-US" dirty="0"/>
              <a:t> to enhance the productivity, sustainability, and efficiency of aquaculture by integrating Internet of Things (IoT) and machine learning technologies. </a:t>
            </a:r>
            <a:endParaRPr dirty="0"/>
          </a:p>
        </p:txBody>
      </p:sp>
      <p:grpSp>
        <p:nvGrpSpPr>
          <p:cNvPr id="761" name="Google Shape;761;p44">
            <a:extLst>
              <a:ext uri="{FF2B5EF4-FFF2-40B4-BE49-F238E27FC236}">
                <a16:creationId xmlns:a16="http://schemas.microsoft.com/office/drawing/2014/main" id="{202A43D5-1AA2-7453-07B4-F94F07C7A90E}"/>
              </a:ext>
            </a:extLst>
          </p:cNvPr>
          <p:cNvGrpSpPr/>
          <p:nvPr/>
        </p:nvGrpSpPr>
        <p:grpSpPr>
          <a:xfrm rot="10800000">
            <a:off x="317487" y="121525"/>
            <a:ext cx="791469" cy="739694"/>
            <a:chOff x="8352525" y="3155950"/>
            <a:chExt cx="791469" cy="739694"/>
          </a:xfrm>
        </p:grpSpPr>
        <p:sp>
          <p:nvSpPr>
            <p:cNvPr id="762" name="Google Shape;762;p44">
              <a:extLst>
                <a:ext uri="{FF2B5EF4-FFF2-40B4-BE49-F238E27FC236}">
                  <a16:creationId xmlns:a16="http://schemas.microsoft.com/office/drawing/2014/main" id="{3700D8C4-D9BC-344D-FCFD-944F2B23FAB4}"/>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4">
              <a:extLst>
                <a:ext uri="{FF2B5EF4-FFF2-40B4-BE49-F238E27FC236}">
                  <a16:creationId xmlns:a16="http://schemas.microsoft.com/office/drawing/2014/main" id="{BFBDBE35-4C70-3BFA-2847-D16C0C7B7A0D}"/>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4">
              <a:extLst>
                <a:ext uri="{FF2B5EF4-FFF2-40B4-BE49-F238E27FC236}">
                  <a16:creationId xmlns:a16="http://schemas.microsoft.com/office/drawing/2014/main" id="{603D8C93-919C-9CE1-057F-F6AEBDFD77B1}"/>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44">
            <a:extLst>
              <a:ext uri="{FF2B5EF4-FFF2-40B4-BE49-F238E27FC236}">
                <a16:creationId xmlns:a16="http://schemas.microsoft.com/office/drawing/2014/main" id="{B3AF0F3A-CF38-A89A-9DCB-B438FA97D60C}"/>
              </a:ext>
            </a:extLst>
          </p:cNvPr>
          <p:cNvGrpSpPr/>
          <p:nvPr/>
        </p:nvGrpSpPr>
        <p:grpSpPr>
          <a:xfrm rot="5400000">
            <a:off x="413963" y="4058175"/>
            <a:ext cx="150451" cy="512600"/>
            <a:chOff x="2990775" y="3601075"/>
            <a:chExt cx="150451" cy="512600"/>
          </a:xfrm>
        </p:grpSpPr>
        <p:sp>
          <p:nvSpPr>
            <p:cNvPr id="766" name="Google Shape;766;p44">
              <a:extLst>
                <a:ext uri="{FF2B5EF4-FFF2-40B4-BE49-F238E27FC236}">
                  <a16:creationId xmlns:a16="http://schemas.microsoft.com/office/drawing/2014/main" id="{DCE1165E-7991-41E6-4EEB-81E2C8731DA4}"/>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4">
              <a:extLst>
                <a:ext uri="{FF2B5EF4-FFF2-40B4-BE49-F238E27FC236}">
                  <a16:creationId xmlns:a16="http://schemas.microsoft.com/office/drawing/2014/main" id="{68DB282C-2964-5AB6-9422-78A187586C47}"/>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4">
              <a:extLst>
                <a:ext uri="{FF2B5EF4-FFF2-40B4-BE49-F238E27FC236}">
                  <a16:creationId xmlns:a16="http://schemas.microsoft.com/office/drawing/2014/main" id="{F4EE927F-1D15-96C3-5618-172BCF95691A}"/>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a:extLst>
                <a:ext uri="{FF2B5EF4-FFF2-40B4-BE49-F238E27FC236}">
                  <a16:creationId xmlns:a16="http://schemas.microsoft.com/office/drawing/2014/main" id="{BE4B7EAD-0D31-AB79-28EC-565E5301285E}"/>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4">
              <a:extLst>
                <a:ext uri="{FF2B5EF4-FFF2-40B4-BE49-F238E27FC236}">
                  <a16:creationId xmlns:a16="http://schemas.microsoft.com/office/drawing/2014/main" id="{0A341487-98F9-75B3-EC8E-180A269BAB90}"/>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4">
              <a:extLst>
                <a:ext uri="{FF2B5EF4-FFF2-40B4-BE49-F238E27FC236}">
                  <a16:creationId xmlns:a16="http://schemas.microsoft.com/office/drawing/2014/main" id="{CA2AD544-8E74-8641-8F6E-85668CF63655}"/>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1AD194D5-B58E-305F-2B38-6F89B2B0EE98}"/>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a:extLst>
                <a:ext uri="{FF2B5EF4-FFF2-40B4-BE49-F238E27FC236}">
                  <a16:creationId xmlns:a16="http://schemas.microsoft.com/office/drawing/2014/main" id="{5392D626-3219-833A-45D5-99AA654E41DE}"/>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4">
              <a:extLst>
                <a:ext uri="{FF2B5EF4-FFF2-40B4-BE49-F238E27FC236}">
                  <a16:creationId xmlns:a16="http://schemas.microsoft.com/office/drawing/2014/main" id="{D36610ED-569D-EE11-AE7F-365400DB5DE1}"/>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a:extLst>
                <a:ext uri="{FF2B5EF4-FFF2-40B4-BE49-F238E27FC236}">
                  <a16:creationId xmlns:a16="http://schemas.microsoft.com/office/drawing/2014/main" id="{9D10C967-388B-51BD-ADE7-707B38DC9C88}"/>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Placeholder 6" descr="A group of people standing on a dock in water with a drone flying over&#10;&#10;Description automatically generated">
            <a:extLst>
              <a:ext uri="{FF2B5EF4-FFF2-40B4-BE49-F238E27FC236}">
                <a16:creationId xmlns:a16="http://schemas.microsoft.com/office/drawing/2014/main" id="{6991565B-E00C-71C5-5E2A-0A1E3E53A677}"/>
              </a:ext>
            </a:extLst>
          </p:cNvPr>
          <p:cNvPicPr>
            <a:picLocks noGrp="1" noChangeAspect="1"/>
          </p:cNvPicPr>
          <p:nvPr>
            <p:ph type="pic" idx="2"/>
          </p:nvPr>
        </p:nvPicPr>
        <p:blipFill>
          <a:blip r:embed="rId3"/>
          <a:srcRect l="1355" r="1355"/>
          <a:stretch>
            <a:fillRect/>
          </a:stretch>
        </p:blipFill>
        <p:spPr/>
      </p:pic>
      <p:grpSp>
        <p:nvGrpSpPr>
          <p:cNvPr id="757" name="Google Shape;757;p44">
            <a:extLst>
              <a:ext uri="{FF2B5EF4-FFF2-40B4-BE49-F238E27FC236}">
                <a16:creationId xmlns:a16="http://schemas.microsoft.com/office/drawing/2014/main" id="{27291D40-C76D-B36B-0A55-DBA5E3295C43}"/>
              </a:ext>
            </a:extLst>
          </p:cNvPr>
          <p:cNvGrpSpPr/>
          <p:nvPr/>
        </p:nvGrpSpPr>
        <p:grpSpPr>
          <a:xfrm rot="10800000">
            <a:off x="7558216" y="1132965"/>
            <a:ext cx="604586" cy="572671"/>
            <a:chOff x="5397450" y="983750"/>
            <a:chExt cx="780917" cy="739694"/>
          </a:xfrm>
        </p:grpSpPr>
        <p:sp>
          <p:nvSpPr>
            <p:cNvPr id="758" name="Google Shape;758;p44">
              <a:extLst>
                <a:ext uri="{FF2B5EF4-FFF2-40B4-BE49-F238E27FC236}">
                  <a16:creationId xmlns:a16="http://schemas.microsoft.com/office/drawing/2014/main" id="{5EECAD3E-B524-01AA-DEF7-1B111CEF89AC}"/>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4">
              <a:extLst>
                <a:ext uri="{FF2B5EF4-FFF2-40B4-BE49-F238E27FC236}">
                  <a16:creationId xmlns:a16="http://schemas.microsoft.com/office/drawing/2014/main" id="{8D70B21E-FC43-D093-B361-836BEB34FA9E}"/>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4">
              <a:extLst>
                <a:ext uri="{FF2B5EF4-FFF2-40B4-BE49-F238E27FC236}">
                  <a16:creationId xmlns:a16="http://schemas.microsoft.com/office/drawing/2014/main" id="{E2F9D9B8-0F8E-EAF1-C8CD-9668827D1578}"/>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43971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57"/>
          <p:cNvSpPr txBox="1">
            <a:spLocks noGrp="1"/>
          </p:cNvSpPr>
          <p:nvPr>
            <p:ph type="title"/>
          </p:nvPr>
        </p:nvSpPr>
        <p:spPr>
          <a:xfrm>
            <a:off x="734410" y="62142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latin typeface="Daytona" panose="020B0604030500040204" pitchFamily="34" charset="0"/>
              </a:rPr>
              <a:t>Problem Statement</a:t>
            </a:r>
          </a:p>
        </p:txBody>
      </p:sp>
      <p:sp>
        <p:nvSpPr>
          <p:cNvPr id="1214" name="Google Shape;1214;p57"/>
          <p:cNvSpPr/>
          <p:nvPr/>
        </p:nvSpPr>
        <p:spPr>
          <a:xfrm>
            <a:off x="2041296" y="1636436"/>
            <a:ext cx="1678500" cy="461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accent1"/>
                </a:solidFill>
                <a:latin typeface="Daytona" panose="020B0604030500040204" pitchFamily="34" charset="0"/>
                <a:ea typeface="Chivo"/>
                <a:cs typeface="Chivo"/>
                <a:sym typeface="Chivo"/>
              </a:rPr>
              <a:t>Manual Labor </a:t>
            </a:r>
          </a:p>
        </p:txBody>
      </p:sp>
      <p:sp>
        <p:nvSpPr>
          <p:cNvPr id="1215" name="Google Shape;1215;p57"/>
          <p:cNvSpPr/>
          <p:nvPr/>
        </p:nvSpPr>
        <p:spPr>
          <a:xfrm>
            <a:off x="3719842" y="1636436"/>
            <a:ext cx="1678500" cy="461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solidFill>
                  <a:schemeClr val="accent1"/>
                </a:solidFill>
                <a:latin typeface="Daytona" panose="020B0604030500040204" pitchFamily="34" charset="0"/>
                <a:ea typeface="Chivo"/>
                <a:cs typeface="Chivo"/>
                <a:sym typeface="Chivo"/>
              </a:rPr>
              <a:t>Inaccurate Data </a:t>
            </a:r>
          </a:p>
        </p:txBody>
      </p:sp>
      <p:sp>
        <p:nvSpPr>
          <p:cNvPr id="1216" name="Google Shape;1216;p57"/>
          <p:cNvSpPr/>
          <p:nvPr/>
        </p:nvSpPr>
        <p:spPr>
          <a:xfrm>
            <a:off x="5398363" y="1636436"/>
            <a:ext cx="1678500" cy="461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accent1"/>
                </a:solidFill>
                <a:latin typeface="Daytona" panose="020B0604030500040204" pitchFamily="34" charset="0"/>
                <a:ea typeface="Chivo"/>
                <a:cs typeface="Chivo"/>
                <a:sym typeface="Chivo"/>
              </a:rPr>
              <a:t>Time Lags </a:t>
            </a:r>
          </a:p>
        </p:txBody>
      </p:sp>
      <p:cxnSp>
        <p:nvCxnSpPr>
          <p:cNvPr id="1218" name="Google Shape;1218;p57"/>
          <p:cNvCxnSpPr>
            <a:cxnSpLocks/>
            <a:stCxn id="1214" idx="2"/>
          </p:cNvCxnSpPr>
          <p:nvPr/>
        </p:nvCxnSpPr>
        <p:spPr>
          <a:xfrm>
            <a:off x="2880546" y="2097536"/>
            <a:ext cx="0" cy="842100"/>
          </a:xfrm>
          <a:prstGeom prst="straightConnector1">
            <a:avLst/>
          </a:prstGeom>
          <a:noFill/>
          <a:ln w="9525" cap="flat" cmpd="sng">
            <a:solidFill>
              <a:schemeClr val="dk2"/>
            </a:solidFill>
            <a:prstDash val="solid"/>
            <a:round/>
            <a:headEnd type="none" w="med" len="med"/>
            <a:tailEnd type="triangle" w="med" len="med"/>
          </a:ln>
        </p:spPr>
      </p:cxnSp>
      <p:cxnSp>
        <p:nvCxnSpPr>
          <p:cNvPr id="1223" name="Google Shape;1223;p57"/>
          <p:cNvCxnSpPr>
            <a:cxnSpLocks/>
            <a:endCxn id="1215" idx="2"/>
          </p:cNvCxnSpPr>
          <p:nvPr/>
        </p:nvCxnSpPr>
        <p:spPr>
          <a:xfrm rot="10800000">
            <a:off x="4559084" y="2097536"/>
            <a:ext cx="0" cy="842100"/>
          </a:xfrm>
          <a:prstGeom prst="straightConnector1">
            <a:avLst/>
          </a:prstGeom>
          <a:noFill/>
          <a:ln w="9525" cap="flat" cmpd="sng">
            <a:solidFill>
              <a:schemeClr val="lt2"/>
            </a:solidFill>
            <a:prstDash val="solid"/>
            <a:round/>
            <a:headEnd type="triangle" w="med" len="med"/>
            <a:tailEnd type="none" w="med" len="med"/>
          </a:ln>
        </p:spPr>
      </p:cxnSp>
      <p:sp>
        <p:nvSpPr>
          <p:cNvPr id="1225" name="Google Shape;1225;p57"/>
          <p:cNvSpPr txBox="1"/>
          <p:nvPr/>
        </p:nvSpPr>
        <p:spPr>
          <a:xfrm flipH="1">
            <a:off x="5449071" y="2939636"/>
            <a:ext cx="1577083" cy="1456847"/>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sz="1000" dirty="0">
                <a:solidFill>
                  <a:schemeClr val="dk1"/>
                </a:solidFill>
                <a:latin typeface="Daytona" panose="020B0604030500040204" pitchFamily="34" charset="0"/>
                <a:ea typeface="Familjen Grotesk"/>
                <a:cs typeface="Familjen Grotesk"/>
                <a:sym typeface="Familjen Grotesk"/>
              </a:rPr>
              <a:t>Data collection and analysis can be time-consuming, resulting in delays in identifying and addressing water quality issues.</a:t>
            </a:r>
          </a:p>
        </p:txBody>
      </p:sp>
      <p:cxnSp>
        <p:nvCxnSpPr>
          <p:cNvPr id="1228" name="Google Shape;1228;p57"/>
          <p:cNvCxnSpPr>
            <a:cxnSpLocks/>
            <a:stCxn id="1216" idx="2"/>
          </p:cNvCxnSpPr>
          <p:nvPr/>
        </p:nvCxnSpPr>
        <p:spPr>
          <a:xfrm>
            <a:off x="6237613" y="2097536"/>
            <a:ext cx="0" cy="842100"/>
          </a:xfrm>
          <a:prstGeom prst="straightConnector1">
            <a:avLst/>
          </a:prstGeom>
          <a:noFill/>
          <a:ln w="9525" cap="flat" cmpd="sng">
            <a:solidFill>
              <a:schemeClr val="lt1"/>
            </a:solidFill>
            <a:prstDash val="solid"/>
            <a:round/>
            <a:headEnd type="none" w="med" len="med"/>
            <a:tailEnd type="triangle" w="med" len="med"/>
          </a:ln>
        </p:spPr>
      </p:cxnSp>
      <p:grpSp>
        <p:nvGrpSpPr>
          <p:cNvPr id="1230" name="Google Shape;1230;p57"/>
          <p:cNvGrpSpPr/>
          <p:nvPr/>
        </p:nvGrpSpPr>
        <p:grpSpPr>
          <a:xfrm rot="-5400000">
            <a:off x="227660" y="235197"/>
            <a:ext cx="791469" cy="739694"/>
            <a:chOff x="8352525" y="3155950"/>
            <a:chExt cx="791469" cy="739694"/>
          </a:xfrm>
        </p:grpSpPr>
        <p:sp>
          <p:nvSpPr>
            <p:cNvPr id="1231" name="Google Shape;1231;p57"/>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7"/>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7"/>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 name="Google Shape;1234;p57"/>
          <p:cNvGrpSpPr/>
          <p:nvPr/>
        </p:nvGrpSpPr>
        <p:grpSpPr>
          <a:xfrm rot="10800000">
            <a:off x="7597525" y="4499975"/>
            <a:ext cx="150451" cy="512600"/>
            <a:chOff x="2990775" y="3601075"/>
            <a:chExt cx="150451" cy="512600"/>
          </a:xfrm>
        </p:grpSpPr>
        <p:sp>
          <p:nvSpPr>
            <p:cNvPr id="1235" name="Google Shape;1235;p57"/>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7"/>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7"/>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7"/>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57"/>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7"/>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7"/>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7"/>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7"/>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7"/>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57"/>
          <p:cNvGrpSpPr/>
          <p:nvPr/>
        </p:nvGrpSpPr>
        <p:grpSpPr>
          <a:xfrm>
            <a:off x="8430779" y="2097536"/>
            <a:ext cx="604586" cy="572671"/>
            <a:chOff x="5397450" y="983750"/>
            <a:chExt cx="780917" cy="739694"/>
          </a:xfrm>
        </p:grpSpPr>
        <p:sp>
          <p:nvSpPr>
            <p:cNvPr id="1246" name="Google Shape;1246;p57"/>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7"/>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7"/>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225;p57">
            <a:extLst>
              <a:ext uri="{FF2B5EF4-FFF2-40B4-BE49-F238E27FC236}">
                <a16:creationId xmlns:a16="http://schemas.microsoft.com/office/drawing/2014/main" id="{0295E9BA-7338-12C7-01FB-B75A56549B59}"/>
              </a:ext>
            </a:extLst>
          </p:cNvPr>
          <p:cNvSpPr txBox="1"/>
          <p:nvPr/>
        </p:nvSpPr>
        <p:spPr>
          <a:xfrm flipH="1">
            <a:off x="3750093" y="2939636"/>
            <a:ext cx="1602923" cy="1456847"/>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sz="1000" dirty="0">
                <a:solidFill>
                  <a:schemeClr val="dk1"/>
                </a:solidFill>
                <a:latin typeface="Daytona" panose="020B0604030500040204" pitchFamily="34" charset="0"/>
                <a:ea typeface="Familjen Grotesk"/>
                <a:cs typeface="Familjen Grotesk"/>
                <a:sym typeface="Familjen Grotesk"/>
              </a:rPr>
              <a:t>Manual measurements can be prone to errors and inconsistencies, leading to inaccurate data and unreliable insights.</a:t>
            </a:r>
          </a:p>
        </p:txBody>
      </p:sp>
      <p:sp>
        <p:nvSpPr>
          <p:cNvPr id="3" name="Google Shape;1225;p57">
            <a:extLst>
              <a:ext uri="{FF2B5EF4-FFF2-40B4-BE49-F238E27FC236}">
                <a16:creationId xmlns:a16="http://schemas.microsoft.com/office/drawing/2014/main" id="{630605C7-A09C-41B4-1515-E9BB4724FB51}"/>
              </a:ext>
            </a:extLst>
          </p:cNvPr>
          <p:cNvSpPr txBox="1"/>
          <p:nvPr/>
        </p:nvSpPr>
        <p:spPr>
          <a:xfrm flipH="1">
            <a:off x="2107052" y="2939636"/>
            <a:ext cx="1546987" cy="1273377"/>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sz="1000" dirty="0">
                <a:solidFill>
                  <a:schemeClr val="dk1"/>
                </a:solidFill>
                <a:latin typeface="Daytona" panose="020B0604030500040204" pitchFamily="34" charset="0"/>
                <a:ea typeface="Familjen Grotesk"/>
                <a:cs typeface="Familjen Grotesk"/>
                <a:sym typeface="Familjen Grotesk"/>
              </a:rPr>
              <a:t>Traditional methods often involve manual sampling and testing, requiring significant time, effort, and expertise.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6"/>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p:cNvGrpSpPr/>
          <p:nvPr/>
        </p:nvGrpSpPr>
        <p:grpSpPr>
          <a:xfrm>
            <a:off x="6842734" y="-74955"/>
            <a:ext cx="4493392" cy="5973876"/>
            <a:chOff x="6842734" y="-74955"/>
            <a:chExt cx="4493392" cy="5973876"/>
          </a:xfrm>
        </p:grpSpPr>
        <p:sp>
          <p:nvSpPr>
            <p:cNvPr id="483" name="Google Shape;483;p36"/>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p:cNvGrpSpPr/>
          <p:nvPr/>
        </p:nvGrpSpPr>
        <p:grpSpPr>
          <a:xfrm rot="5400000">
            <a:off x="8057050" y="4277050"/>
            <a:ext cx="150451" cy="512600"/>
            <a:chOff x="2990775" y="3601075"/>
            <a:chExt cx="150451" cy="512600"/>
          </a:xfrm>
        </p:grpSpPr>
        <p:sp>
          <p:nvSpPr>
            <p:cNvPr id="490" name="Google Shape;490;p36"/>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p:cNvGrpSpPr/>
          <p:nvPr/>
        </p:nvGrpSpPr>
        <p:grpSpPr>
          <a:xfrm>
            <a:off x="7151890" y="3274810"/>
            <a:ext cx="780917" cy="739694"/>
            <a:chOff x="5397450" y="983750"/>
            <a:chExt cx="780917" cy="739694"/>
          </a:xfrm>
        </p:grpSpPr>
        <p:sp>
          <p:nvSpPr>
            <p:cNvPr id="501" name="Google Shape;501;p36"/>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p:cNvGrpSpPr/>
          <p:nvPr/>
        </p:nvGrpSpPr>
        <p:grpSpPr>
          <a:xfrm>
            <a:off x="8093407" y="906687"/>
            <a:ext cx="791469" cy="739694"/>
            <a:chOff x="8352525" y="3155950"/>
            <a:chExt cx="791469" cy="739694"/>
          </a:xfrm>
        </p:grpSpPr>
        <p:sp>
          <p:nvSpPr>
            <p:cNvPr id="505" name="Google Shape;505;p36"/>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p:cNvGrpSpPr/>
          <p:nvPr/>
        </p:nvGrpSpPr>
        <p:grpSpPr>
          <a:xfrm>
            <a:off x="264180" y="3543857"/>
            <a:ext cx="791469" cy="739694"/>
            <a:chOff x="8352525" y="3155950"/>
            <a:chExt cx="791469" cy="739694"/>
          </a:xfrm>
        </p:grpSpPr>
        <p:sp>
          <p:nvSpPr>
            <p:cNvPr id="509" name="Google Shape;509;p36"/>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p:cNvGrpSpPr/>
          <p:nvPr/>
        </p:nvGrpSpPr>
        <p:grpSpPr>
          <a:xfrm rot="5400000">
            <a:off x="638000" y="1828625"/>
            <a:ext cx="150451" cy="512600"/>
            <a:chOff x="2990775" y="3601075"/>
            <a:chExt cx="150451" cy="512600"/>
          </a:xfrm>
        </p:grpSpPr>
        <p:sp>
          <p:nvSpPr>
            <p:cNvPr id="513" name="Google Shape;513;p36"/>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Picture 11">
            <a:extLst>
              <a:ext uri="{FF2B5EF4-FFF2-40B4-BE49-F238E27FC236}">
                <a16:creationId xmlns:a16="http://schemas.microsoft.com/office/drawing/2014/main" id="{A1F3702C-096F-CA27-4C3F-5B21EDB9248B}"/>
              </a:ext>
            </a:extLst>
          </p:cNvPr>
          <p:cNvPicPr>
            <a:picLocks noChangeAspect="1"/>
          </p:cNvPicPr>
          <p:nvPr/>
        </p:nvPicPr>
        <p:blipFill>
          <a:blip r:embed="rId3"/>
          <a:stretch>
            <a:fillRect/>
          </a:stretch>
        </p:blipFill>
        <p:spPr>
          <a:xfrm>
            <a:off x="2980230" y="1023545"/>
            <a:ext cx="2792821" cy="37892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51"/>
          <p:cNvSpPr txBox="1">
            <a:spLocks noGrp="1"/>
          </p:cNvSpPr>
          <p:nvPr>
            <p:ph type="title"/>
          </p:nvPr>
        </p:nvSpPr>
        <p:spPr>
          <a:xfrm>
            <a:off x="720000" y="66106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solidFill>
                  <a:srgbClr val="00659C"/>
                </a:solidFill>
                <a:latin typeface="Daytona" panose="020B0604030500040204" pitchFamily="34" charset="0"/>
              </a:rPr>
              <a:t>Defining the Purpose</a:t>
            </a:r>
            <a:endParaRPr sz="2400" dirty="0">
              <a:solidFill>
                <a:srgbClr val="00659C"/>
              </a:solidFill>
              <a:latin typeface="Daytona" panose="020B0604030500040204" pitchFamily="34" charset="0"/>
            </a:endParaRPr>
          </a:p>
        </p:txBody>
      </p:sp>
      <p:sp>
        <p:nvSpPr>
          <p:cNvPr id="1022" name="Google Shape;1022;p51"/>
          <p:cNvSpPr/>
          <p:nvPr/>
        </p:nvSpPr>
        <p:spPr>
          <a:xfrm>
            <a:off x="937474" y="3341350"/>
            <a:ext cx="3222080" cy="1338923"/>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To look into how well machine learning systems forecast appropriate fish species using data on water quality in real time. </a:t>
            </a:r>
          </a:p>
        </p:txBody>
      </p:sp>
      <p:sp>
        <p:nvSpPr>
          <p:cNvPr id="1023" name="Google Shape;1023;p51"/>
          <p:cNvSpPr/>
          <p:nvPr/>
        </p:nvSpPr>
        <p:spPr>
          <a:xfrm>
            <a:off x="4716874" y="3401577"/>
            <a:ext cx="3489652" cy="1184501"/>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To look into how IoT-based real-time water quality monitoring devices might enhance sustainability and decision-making in fish farming. </a:t>
            </a:r>
          </a:p>
        </p:txBody>
      </p:sp>
      <p:sp>
        <p:nvSpPr>
          <p:cNvPr id="1027" name="Google Shape;1027;p51"/>
          <p:cNvSpPr txBox="1"/>
          <p:nvPr/>
        </p:nvSpPr>
        <p:spPr>
          <a:xfrm>
            <a:off x="720000" y="2605025"/>
            <a:ext cx="2451000" cy="428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Chivo"/>
                <a:ea typeface="Chivo"/>
                <a:cs typeface="Chivo"/>
                <a:sym typeface="Chivo"/>
              </a:rPr>
              <a:t>01</a:t>
            </a:r>
            <a:endParaRPr sz="2000" b="1" dirty="0">
              <a:solidFill>
                <a:schemeClr val="dk1"/>
              </a:solidFill>
              <a:latin typeface="Chivo"/>
              <a:ea typeface="Chivo"/>
              <a:cs typeface="Chivo"/>
              <a:sym typeface="Chivo"/>
            </a:endParaRPr>
          </a:p>
        </p:txBody>
      </p:sp>
      <p:sp>
        <p:nvSpPr>
          <p:cNvPr id="1028" name="Google Shape;1028;p51"/>
          <p:cNvSpPr txBox="1"/>
          <p:nvPr/>
        </p:nvSpPr>
        <p:spPr>
          <a:xfrm>
            <a:off x="5973051" y="2605025"/>
            <a:ext cx="2451000" cy="428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000" b="1" dirty="0">
                <a:solidFill>
                  <a:schemeClr val="dk1"/>
                </a:solidFill>
                <a:latin typeface="Chivo"/>
                <a:ea typeface="Chivo"/>
                <a:cs typeface="Chivo"/>
                <a:sym typeface="Chivo"/>
              </a:rPr>
              <a:t>02</a:t>
            </a:r>
            <a:endParaRPr sz="2000" b="1" dirty="0">
              <a:solidFill>
                <a:schemeClr val="dk1"/>
              </a:solidFill>
              <a:latin typeface="Chivo"/>
              <a:ea typeface="Chivo"/>
              <a:cs typeface="Chivo"/>
              <a:sym typeface="Chivo"/>
            </a:endParaRPr>
          </a:p>
        </p:txBody>
      </p:sp>
      <p:cxnSp>
        <p:nvCxnSpPr>
          <p:cNvPr id="1029" name="Google Shape;1029;p51"/>
          <p:cNvCxnSpPr>
            <a:cxnSpLocks/>
            <a:stCxn id="1027" idx="2"/>
          </p:cNvCxnSpPr>
          <p:nvPr/>
        </p:nvCxnSpPr>
        <p:spPr>
          <a:xfrm>
            <a:off x="1945500" y="3033125"/>
            <a:ext cx="0" cy="337143"/>
          </a:xfrm>
          <a:prstGeom prst="straightConnector1">
            <a:avLst/>
          </a:prstGeom>
          <a:noFill/>
          <a:ln w="9525" cap="flat" cmpd="sng">
            <a:solidFill>
              <a:schemeClr val="dk2"/>
            </a:solidFill>
            <a:prstDash val="solid"/>
            <a:round/>
            <a:headEnd type="none" w="med" len="med"/>
            <a:tailEnd type="triangle" w="med" len="med"/>
          </a:ln>
        </p:spPr>
      </p:cxnSp>
      <p:cxnSp>
        <p:nvCxnSpPr>
          <p:cNvPr id="1031" name="Google Shape;1031;p51"/>
          <p:cNvCxnSpPr>
            <a:cxnSpLocks/>
            <a:stCxn id="1028" idx="2"/>
          </p:cNvCxnSpPr>
          <p:nvPr/>
        </p:nvCxnSpPr>
        <p:spPr>
          <a:xfrm>
            <a:off x="7198551" y="3033125"/>
            <a:ext cx="0" cy="380635"/>
          </a:xfrm>
          <a:prstGeom prst="straightConnector1">
            <a:avLst/>
          </a:prstGeom>
          <a:noFill/>
          <a:ln w="9525" cap="flat" cmpd="sng">
            <a:solidFill>
              <a:schemeClr val="dk2"/>
            </a:solidFill>
            <a:prstDash val="solid"/>
            <a:round/>
            <a:headEnd type="none" w="med" len="med"/>
            <a:tailEnd type="triangle" w="med" len="med"/>
          </a:ln>
        </p:spPr>
      </p:cxnSp>
      <p:grpSp>
        <p:nvGrpSpPr>
          <p:cNvPr id="1032" name="Google Shape;1032;p51"/>
          <p:cNvGrpSpPr/>
          <p:nvPr/>
        </p:nvGrpSpPr>
        <p:grpSpPr>
          <a:xfrm rot="10800000">
            <a:off x="410928" y="286190"/>
            <a:ext cx="604586" cy="572671"/>
            <a:chOff x="5397450" y="983750"/>
            <a:chExt cx="780917" cy="739694"/>
          </a:xfrm>
        </p:grpSpPr>
        <p:sp>
          <p:nvSpPr>
            <p:cNvPr id="1033" name="Google Shape;1033;p51"/>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1"/>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1"/>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51"/>
          <p:cNvGrpSpPr/>
          <p:nvPr/>
        </p:nvGrpSpPr>
        <p:grpSpPr>
          <a:xfrm rot="10800000">
            <a:off x="8179488" y="1730000"/>
            <a:ext cx="791469" cy="739694"/>
            <a:chOff x="8352525" y="3155950"/>
            <a:chExt cx="791469" cy="739694"/>
          </a:xfrm>
        </p:grpSpPr>
        <p:sp>
          <p:nvSpPr>
            <p:cNvPr id="1037" name="Google Shape;1037;p51"/>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1"/>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1"/>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51"/>
          <p:cNvGrpSpPr/>
          <p:nvPr/>
        </p:nvGrpSpPr>
        <p:grpSpPr>
          <a:xfrm rot="5400000">
            <a:off x="541588" y="2467350"/>
            <a:ext cx="150451" cy="512600"/>
            <a:chOff x="2990775" y="3601075"/>
            <a:chExt cx="150451" cy="512600"/>
          </a:xfrm>
        </p:grpSpPr>
        <p:sp>
          <p:nvSpPr>
            <p:cNvPr id="1041" name="Google Shape;1041;p51"/>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1"/>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1"/>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1"/>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1"/>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1"/>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51"/>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1"/>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1"/>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51"/>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51" name="Google Shape;1051;p51"/>
          <p:cNvCxnSpPr>
            <a:cxnSpLocks/>
          </p:cNvCxnSpPr>
          <p:nvPr/>
        </p:nvCxnSpPr>
        <p:spPr>
          <a:xfrm rot="5400000">
            <a:off x="2880450" y="899994"/>
            <a:ext cx="756600" cy="2626500"/>
          </a:xfrm>
          <a:prstGeom prst="curvedConnector3">
            <a:avLst>
              <a:gd name="adj1" fmla="val 49993"/>
            </a:avLst>
          </a:prstGeom>
          <a:noFill/>
          <a:ln w="9525" cap="flat" cmpd="sng">
            <a:solidFill>
              <a:schemeClr val="dk1"/>
            </a:solidFill>
            <a:prstDash val="solid"/>
            <a:round/>
            <a:headEnd type="none" w="med" len="med"/>
            <a:tailEnd type="triangle" w="med" len="med"/>
          </a:ln>
        </p:spPr>
      </p:cxnSp>
      <p:cxnSp>
        <p:nvCxnSpPr>
          <p:cNvPr id="1052" name="Google Shape;1052;p51"/>
          <p:cNvCxnSpPr/>
          <p:nvPr/>
        </p:nvCxnSpPr>
        <p:spPr>
          <a:xfrm rot="-5400000" flipH="1">
            <a:off x="5506950" y="913575"/>
            <a:ext cx="756600" cy="2626500"/>
          </a:xfrm>
          <a:prstGeom prst="curvedConnector3">
            <a:avLst>
              <a:gd name="adj1" fmla="val 49993"/>
            </a:avLst>
          </a:prstGeom>
          <a:noFill/>
          <a:ln w="9525" cap="flat" cmpd="sng">
            <a:solidFill>
              <a:schemeClr val="dk1"/>
            </a:solidFill>
            <a:prstDash val="solid"/>
            <a:round/>
            <a:headEnd type="none" w="med" len="med"/>
            <a:tailEnd type="triangle" w="med" len="med"/>
          </a:ln>
        </p:spPr>
      </p:cxnSp>
      <p:sp>
        <p:nvSpPr>
          <p:cNvPr id="1025" name="Google Shape;1025;p51"/>
          <p:cNvSpPr/>
          <p:nvPr/>
        </p:nvSpPr>
        <p:spPr>
          <a:xfrm>
            <a:off x="3445650" y="1562775"/>
            <a:ext cx="2252700" cy="5715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1"/>
                </a:solidFill>
                <a:latin typeface="Chivo"/>
                <a:ea typeface="Chivo"/>
                <a:cs typeface="Chivo"/>
                <a:sym typeface="Chivo"/>
              </a:rPr>
              <a:t>Objective</a:t>
            </a:r>
            <a:endParaRPr sz="2000" b="1" dirty="0">
              <a:solidFill>
                <a:schemeClr val="accent1"/>
              </a:solidFill>
              <a:latin typeface="Chivo"/>
              <a:ea typeface="Chivo"/>
              <a:cs typeface="Chivo"/>
              <a:sym typeface="Chiv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5" name="Google Shape;685;p42"/>
          <p:cNvSpPr txBox="1">
            <a:spLocks noGrp="1"/>
          </p:cNvSpPr>
          <p:nvPr>
            <p:ph type="title"/>
          </p:nvPr>
        </p:nvSpPr>
        <p:spPr>
          <a:xfrm>
            <a:off x="374678" y="1471687"/>
            <a:ext cx="7704000" cy="572700"/>
          </a:xfrm>
          <a:prstGeom prst="rect">
            <a:avLst/>
          </a:prstGeom>
        </p:spPr>
        <p:txBody>
          <a:bodyPr spcFirstLastPara="1" wrap="square" lIns="91425" tIns="91425" rIns="91425" bIns="91425" anchor="t" anchorCtr="0">
            <a:noAutofit/>
          </a:bodyPr>
          <a:lstStyle/>
          <a:p>
            <a:pPr marL="0" indent="0">
              <a:lnSpc>
                <a:spcPct val="90000"/>
              </a:lnSpc>
              <a:spcBef>
                <a:spcPct val="0"/>
              </a:spcBef>
              <a:spcAft>
                <a:spcPts val="600"/>
              </a:spcAft>
            </a:pPr>
            <a:r>
              <a:rPr lang="en-US" sz="2800" b="1" dirty="0">
                <a:solidFill>
                  <a:srgbClr val="00659C"/>
                </a:solidFill>
                <a:latin typeface="Daytona" panose="020B0604030500040204" pitchFamily="34" charset="0"/>
                <a:ea typeface="+mj-ea"/>
                <a:cs typeface="+mj-cs"/>
              </a:rPr>
              <a:t>Primary Research Question</a:t>
            </a:r>
            <a:endParaRPr lang="en-US" sz="2800" dirty="0">
              <a:solidFill>
                <a:srgbClr val="00659C"/>
              </a:solidFill>
              <a:latin typeface="Daytona" panose="020B0604030500040204" pitchFamily="34" charset="0"/>
              <a:ea typeface="+mj-ea"/>
              <a:cs typeface="+mj-cs"/>
            </a:endParaRPr>
          </a:p>
        </p:txBody>
      </p:sp>
      <p:grpSp>
        <p:nvGrpSpPr>
          <p:cNvPr id="692" name="Google Shape;692;p42"/>
          <p:cNvGrpSpPr/>
          <p:nvPr/>
        </p:nvGrpSpPr>
        <p:grpSpPr>
          <a:xfrm rot="5400000">
            <a:off x="1666108" y="103351"/>
            <a:ext cx="791469" cy="739694"/>
            <a:chOff x="8352525" y="3155950"/>
            <a:chExt cx="791469" cy="739694"/>
          </a:xfrm>
        </p:grpSpPr>
        <p:sp>
          <p:nvSpPr>
            <p:cNvPr id="693" name="Google Shape;693;p42"/>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2"/>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42"/>
          <p:cNvGrpSpPr/>
          <p:nvPr/>
        </p:nvGrpSpPr>
        <p:grpSpPr>
          <a:xfrm rot="5400000">
            <a:off x="413963" y="3926925"/>
            <a:ext cx="150451" cy="512600"/>
            <a:chOff x="2990775" y="3601075"/>
            <a:chExt cx="150451" cy="512600"/>
          </a:xfrm>
        </p:grpSpPr>
        <p:sp>
          <p:nvSpPr>
            <p:cNvPr id="697" name="Google Shape;697;p42"/>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TextBox 16">
            <a:extLst>
              <a:ext uri="{FF2B5EF4-FFF2-40B4-BE49-F238E27FC236}">
                <a16:creationId xmlns:a16="http://schemas.microsoft.com/office/drawing/2014/main" id="{B5F2E90A-5F9E-9249-9220-BF063538425C}"/>
              </a:ext>
            </a:extLst>
          </p:cNvPr>
          <p:cNvSpPr txBox="1"/>
          <p:nvPr/>
        </p:nvSpPr>
        <p:spPr>
          <a:xfrm>
            <a:off x="1699160" y="2297839"/>
            <a:ext cx="4674547" cy="1206484"/>
          </a:xfrm>
          <a:prstGeom prst="rect">
            <a:avLst/>
          </a:prstGeom>
          <a:noFill/>
        </p:spPr>
        <p:txBody>
          <a:bodyPr wrap="square">
            <a:spAutoFit/>
          </a:bodyPr>
          <a:lstStyle/>
          <a:p>
            <a:pPr algn="just">
              <a:lnSpc>
                <a:spcPct val="90000"/>
              </a:lnSpc>
              <a:spcAft>
                <a:spcPts val="600"/>
              </a:spcAft>
            </a:pPr>
            <a:r>
              <a:rPr lang="en-US" sz="1600" dirty="0">
                <a:latin typeface="Daytona" panose="020B0604030500040204" pitchFamily="34" charset="0"/>
              </a:rPr>
              <a:t>How can the recommendation of fish species for sustainable aquaculture be enhanced by the combination of machine learning algorithms and Internet of Things-based water quality monitoring?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0BC58FAF-2C6A-266A-6F6C-9A1ABD394A76}"/>
            </a:ext>
          </a:extLst>
        </p:cNvPr>
        <p:cNvGrpSpPr/>
        <p:nvPr/>
      </p:nvGrpSpPr>
      <p:grpSpPr>
        <a:xfrm>
          <a:off x="0" y="0"/>
          <a:ext cx="0" cy="0"/>
          <a:chOff x="0" y="0"/>
          <a:chExt cx="0" cy="0"/>
        </a:xfrm>
      </p:grpSpPr>
      <p:sp>
        <p:nvSpPr>
          <p:cNvPr id="479" name="Google Shape;479;p36">
            <a:extLst>
              <a:ext uri="{FF2B5EF4-FFF2-40B4-BE49-F238E27FC236}">
                <a16:creationId xmlns:a16="http://schemas.microsoft.com/office/drawing/2014/main" id="{7444D8F2-BD91-9A6A-CE8E-193851EA0814}"/>
              </a:ext>
            </a:extLst>
          </p:cNvPr>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a:extLst>
              <a:ext uri="{FF2B5EF4-FFF2-40B4-BE49-F238E27FC236}">
                <a16:creationId xmlns:a16="http://schemas.microsoft.com/office/drawing/2014/main" id="{0269BF56-3972-D532-4C55-3719057B8E3C}"/>
              </a:ext>
            </a:extLst>
          </p:cNvPr>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B2779F8F-A4E6-231F-BE95-08066C2F423C}"/>
              </a:ext>
            </a:extLst>
          </p:cNvPr>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a:extLst>
              <a:ext uri="{FF2B5EF4-FFF2-40B4-BE49-F238E27FC236}">
                <a16:creationId xmlns:a16="http://schemas.microsoft.com/office/drawing/2014/main" id="{34E4C9E1-4002-19EB-FFED-9CB5BB351942}"/>
              </a:ext>
            </a:extLst>
          </p:cNvPr>
          <p:cNvGrpSpPr/>
          <p:nvPr/>
        </p:nvGrpSpPr>
        <p:grpSpPr>
          <a:xfrm>
            <a:off x="6842734" y="-74955"/>
            <a:ext cx="4493392" cy="5973876"/>
            <a:chOff x="6842734" y="-74955"/>
            <a:chExt cx="4493392" cy="5973876"/>
          </a:xfrm>
        </p:grpSpPr>
        <p:sp>
          <p:nvSpPr>
            <p:cNvPr id="483" name="Google Shape;483;p36">
              <a:extLst>
                <a:ext uri="{FF2B5EF4-FFF2-40B4-BE49-F238E27FC236}">
                  <a16:creationId xmlns:a16="http://schemas.microsoft.com/office/drawing/2014/main" id="{7B0CAA7C-2D14-B832-C6B2-709527C6A60C}"/>
                </a:ext>
              </a:extLst>
            </p:cNvPr>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a:extLst>
                <a:ext uri="{FF2B5EF4-FFF2-40B4-BE49-F238E27FC236}">
                  <a16:creationId xmlns:a16="http://schemas.microsoft.com/office/drawing/2014/main" id="{EDD212BA-9F3F-944A-C4E9-2E70F5FCD477}"/>
                </a:ext>
              </a:extLst>
            </p:cNvPr>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A29E4F74-6558-68AF-268E-0C3773812A7E}"/>
                </a:ext>
              </a:extLst>
            </p:cNvPr>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a:extLst>
              <a:ext uri="{FF2B5EF4-FFF2-40B4-BE49-F238E27FC236}">
                <a16:creationId xmlns:a16="http://schemas.microsoft.com/office/drawing/2014/main" id="{57E9355D-3C7F-DED3-E31B-25755CFA9641}"/>
              </a:ext>
            </a:extLst>
          </p:cNvPr>
          <p:cNvGrpSpPr/>
          <p:nvPr/>
        </p:nvGrpSpPr>
        <p:grpSpPr>
          <a:xfrm rot="5400000">
            <a:off x="8057050" y="4277050"/>
            <a:ext cx="150451" cy="512600"/>
            <a:chOff x="2990775" y="3601075"/>
            <a:chExt cx="150451" cy="512600"/>
          </a:xfrm>
        </p:grpSpPr>
        <p:sp>
          <p:nvSpPr>
            <p:cNvPr id="490" name="Google Shape;490;p36">
              <a:extLst>
                <a:ext uri="{FF2B5EF4-FFF2-40B4-BE49-F238E27FC236}">
                  <a16:creationId xmlns:a16="http://schemas.microsoft.com/office/drawing/2014/main" id="{1B4C23DE-01EC-3A58-A8F1-19D2BB4CB0EB}"/>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a:extLst>
                <a:ext uri="{FF2B5EF4-FFF2-40B4-BE49-F238E27FC236}">
                  <a16:creationId xmlns:a16="http://schemas.microsoft.com/office/drawing/2014/main" id="{EB33AEF7-C827-57F1-C479-C929CEBFD9D5}"/>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E35BEF5F-A2BE-F090-F5C1-886E52D2245F}"/>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E846C0A2-479F-9A15-BDF7-68134709C316}"/>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a:extLst>
                <a:ext uri="{FF2B5EF4-FFF2-40B4-BE49-F238E27FC236}">
                  <a16:creationId xmlns:a16="http://schemas.microsoft.com/office/drawing/2014/main" id="{700AF47B-0246-3919-253C-FF53FEFD90C8}"/>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a:extLst>
                <a:ext uri="{FF2B5EF4-FFF2-40B4-BE49-F238E27FC236}">
                  <a16:creationId xmlns:a16="http://schemas.microsoft.com/office/drawing/2014/main" id="{1DD9AB6A-859A-E12D-944C-A77538B1E91C}"/>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8045F48B-F312-CBEA-46E4-E318C397CE4F}"/>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F1A9BE32-4F8B-B210-34F9-69A702DC223D}"/>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a:extLst>
                <a:ext uri="{FF2B5EF4-FFF2-40B4-BE49-F238E27FC236}">
                  <a16:creationId xmlns:a16="http://schemas.microsoft.com/office/drawing/2014/main" id="{064F8DF9-1D38-0B83-FA2C-41B5D2704D5E}"/>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a:extLst>
                <a:ext uri="{FF2B5EF4-FFF2-40B4-BE49-F238E27FC236}">
                  <a16:creationId xmlns:a16="http://schemas.microsoft.com/office/drawing/2014/main" id="{5F67FEE0-C89B-8B56-69D7-03749942715E}"/>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a:extLst>
              <a:ext uri="{FF2B5EF4-FFF2-40B4-BE49-F238E27FC236}">
                <a16:creationId xmlns:a16="http://schemas.microsoft.com/office/drawing/2014/main" id="{48061209-B015-EA34-86AD-EF1D8FE0A731}"/>
              </a:ext>
            </a:extLst>
          </p:cNvPr>
          <p:cNvGrpSpPr/>
          <p:nvPr/>
        </p:nvGrpSpPr>
        <p:grpSpPr>
          <a:xfrm>
            <a:off x="7151890" y="3274810"/>
            <a:ext cx="780917" cy="739694"/>
            <a:chOff x="5397450" y="983750"/>
            <a:chExt cx="780917" cy="739694"/>
          </a:xfrm>
        </p:grpSpPr>
        <p:sp>
          <p:nvSpPr>
            <p:cNvPr id="501" name="Google Shape;501;p36">
              <a:extLst>
                <a:ext uri="{FF2B5EF4-FFF2-40B4-BE49-F238E27FC236}">
                  <a16:creationId xmlns:a16="http://schemas.microsoft.com/office/drawing/2014/main" id="{33EFFB7B-62A2-712E-03B6-3145429BBD2F}"/>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a:extLst>
                <a:ext uri="{FF2B5EF4-FFF2-40B4-BE49-F238E27FC236}">
                  <a16:creationId xmlns:a16="http://schemas.microsoft.com/office/drawing/2014/main" id="{F49DD54A-C8F5-9958-1559-2638869E529C}"/>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a:extLst>
                <a:ext uri="{FF2B5EF4-FFF2-40B4-BE49-F238E27FC236}">
                  <a16:creationId xmlns:a16="http://schemas.microsoft.com/office/drawing/2014/main" id="{E3B61B73-0F4E-6C87-65E0-15380C3C9C25}"/>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a:extLst>
              <a:ext uri="{FF2B5EF4-FFF2-40B4-BE49-F238E27FC236}">
                <a16:creationId xmlns:a16="http://schemas.microsoft.com/office/drawing/2014/main" id="{56DB9C01-46C9-BDCF-7CD5-52162F979225}"/>
              </a:ext>
            </a:extLst>
          </p:cNvPr>
          <p:cNvGrpSpPr/>
          <p:nvPr/>
        </p:nvGrpSpPr>
        <p:grpSpPr>
          <a:xfrm>
            <a:off x="8093407" y="906687"/>
            <a:ext cx="791469" cy="739694"/>
            <a:chOff x="8352525" y="3155950"/>
            <a:chExt cx="791469" cy="739694"/>
          </a:xfrm>
        </p:grpSpPr>
        <p:sp>
          <p:nvSpPr>
            <p:cNvPr id="505" name="Google Shape;505;p36">
              <a:extLst>
                <a:ext uri="{FF2B5EF4-FFF2-40B4-BE49-F238E27FC236}">
                  <a16:creationId xmlns:a16="http://schemas.microsoft.com/office/drawing/2014/main" id="{B2FF15CD-B93A-128D-AABB-969746ABD733}"/>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a:extLst>
                <a:ext uri="{FF2B5EF4-FFF2-40B4-BE49-F238E27FC236}">
                  <a16:creationId xmlns:a16="http://schemas.microsoft.com/office/drawing/2014/main" id="{A81F9223-2D39-C996-C8BA-43CCB5D8591A}"/>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a:extLst>
                <a:ext uri="{FF2B5EF4-FFF2-40B4-BE49-F238E27FC236}">
                  <a16:creationId xmlns:a16="http://schemas.microsoft.com/office/drawing/2014/main" id="{827F1AAA-3365-4A8A-2FC2-3A1D56AAF9BD}"/>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a:extLst>
              <a:ext uri="{FF2B5EF4-FFF2-40B4-BE49-F238E27FC236}">
                <a16:creationId xmlns:a16="http://schemas.microsoft.com/office/drawing/2014/main" id="{31FA79F5-CE09-D330-4FBD-E532F6C11ABD}"/>
              </a:ext>
            </a:extLst>
          </p:cNvPr>
          <p:cNvGrpSpPr/>
          <p:nvPr/>
        </p:nvGrpSpPr>
        <p:grpSpPr>
          <a:xfrm>
            <a:off x="264180" y="3543857"/>
            <a:ext cx="791469" cy="739694"/>
            <a:chOff x="8352525" y="3155950"/>
            <a:chExt cx="791469" cy="739694"/>
          </a:xfrm>
        </p:grpSpPr>
        <p:sp>
          <p:nvSpPr>
            <p:cNvPr id="509" name="Google Shape;509;p36">
              <a:extLst>
                <a:ext uri="{FF2B5EF4-FFF2-40B4-BE49-F238E27FC236}">
                  <a16:creationId xmlns:a16="http://schemas.microsoft.com/office/drawing/2014/main" id="{1055A1B3-2C7F-CD79-AEEA-A0C1AB5A9972}"/>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a:extLst>
                <a:ext uri="{FF2B5EF4-FFF2-40B4-BE49-F238E27FC236}">
                  <a16:creationId xmlns:a16="http://schemas.microsoft.com/office/drawing/2014/main" id="{9D052797-8ABD-DED0-A818-335FAD674156}"/>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a:extLst>
                <a:ext uri="{FF2B5EF4-FFF2-40B4-BE49-F238E27FC236}">
                  <a16:creationId xmlns:a16="http://schemas.microsoft.com/office/drawing/2014/main" id="{C40DEACD-81E5-BDDC-2899-1BB77BFDAC2A}"/>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a:extLst>
              <a:ext uri="{FF2B5EF4-FFF2-40B4-BE49-F238E27FC236}">
                <a16:creationId xmlns:a16="http://schemas.microsoft.com/office/drawing/2014/main" id="{A07D97C0-AFCB-6F1B-771F-9FD990A172D3}"/>
              </a:ext>
            </a:extLst>
          </p:cNvPr>
          <p:cNvGrpSpPr/>
          <p:nvPr/>
        </p:nvGrpSpPr>
        <p:grpSpPr>
          <a:xfrm rot="5400000">
            <a:off x="638000" y="1828625"/>
            <a:ext cx="150451" cy="512600"/>
            <a:chOff x="2990775" y="3601075"/>
            <a:chExt cx="150451" cy="512600"/>
          </a:xfrm>
        </p:grpSpPr>
        <p:sp>
          <p:nvSpPr>
            <p:cNvPr id="513" name="Google Shape;513;p36">
              <a:extLst>
                <a:ext uri="{FF2B5EF4-FFF2-40B4-BE49-F238E27FC236}">
                  <a16:creationId xmlns:a16="http://schemas.microsoft.com/office/drawing/2014/main" id="{5DD60CDD-2C9F-80C4-7E1B-F0AA1C2DBB85}"/>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a:extLst>
                <a:ext uri="{FF2B5EF4-FFF2-40B4-BE49-F238E27FC236}">
                  <a16:creationId xmlns:a16="http://schemas.microsoft.com/office/drawing/2014/main" id="{6B8537CF-CDC9-E100-5299-1B3F2933B23F}"/>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a:extLst>
                <a:ext uri="{FF2B5EF4-FFF2-40B4-BE49-F238E27FC236}">
                  <a16:creationId xmlns:a16="http://schemas.microsoft.com/office/drawing/2014/main" id="{5E831E44-9C40-E146-EF6A-27F051FBE6F1}"/>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a:extLst>
                <a:ext uri="{FF2B5EF4-FFF2-40B4-BE49-F238E27FC236}">
                  <a16:creationId xmlns:a16="http://schemas.microsoft.com/office/drawing/2014/main" id="{88DC2A25-1DEE-83BA-AFDE-3E0914CF7D70}"/>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a:extLst>
                <a:ext uri="{FF2B5EF4-FFF2-40B4-BE49-F238E27FC236}">
                  <a16:creationId xmlns:a16="http://schemas.microsoft.com/office/drawing/2014/main" id="{37D87665-7601-17D2-4D9A-B091DE4B5190}"/>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a:extLst>
                <a:ext uri="{FF2B5EF4-FFF2-40B4-BE49-F238E27FC236}">
                  <a16:creationId xmlns:a16="http://schemas.microsoft.com/office/drawing/2014/main" id="{5256C923-8546-88E6-83F7-A0C6B3B3682D}"/>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a:extLst>
                <a:ext uri="{FF2B5EF4-FFF2-40B4-BE49-F238E27FC236}">
                  <a16:creationId xmlns:a16="http://schemas.microsoft.com/office/drawing/2014/main" id="{01EE15B5-BF62-CB21-D2BE-A3A25A440577}"/>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a:extLst>
                <a:ext uri="{FF2B5EF4-FFF2-40B4-BE49-F238E27FC236}">
                  <a16:creationId xmlns:a16="http://schemas.microsoft.com/office/drawing/2014/main" id="{2ED29639-57D1-5CF9-90FE-8C56A170B5A5}"/>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a:extLst>
                <a:ext uri="{FF2B5EF4-FFF2-40B4-BE49-F238E27FC236}">
                  <a16:creationId xmlns:a16="http://schemas.microsoft.com/office/drawing/2014/main" id="{9FB3D179-D8B9-5815-D3D7-E11DC9651B47}"/>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a:extLst>
                <a:ext uri="{FF2B5EF4-FFF2-40B4-BE49-F238E27FC236}">
                  <a16:creationId xmlns:a16="http://schemas.microsoft.com/office/drawing/2014/main" id="{6186BB79-5541-2C4A-4EAC-3909B85D8F23}"/>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A41335CD-72B5-5CC6-4F7A-13525B1AA23B}"/>
              </a:ext>
            </a:extLst>
          </p:cNvPr>
          <p:cNvPicPr>
            <a:picLocks noChangeAspect="1"/>
          </p:cNvPicPr>
          <p:nvPr/>
        </p:nvPicPr>
        <p:blipFill>
          <a:blip r:embed="rId3"/>
          <a:stretch>
            <a:fillRect/>
          </a:stretch>
        </p:blipFill>
        <p:spPr>
          <a:xfrm>
            <a:off x="2934255" y="1007487"/>
            <a:ext cx="2884772" cy="3913988"/>
          </a:xfrm>
          <a:prstGeom prst="rect">
            <a:avLst/>
          </a:prstGeom>
        </p:spPr>
      </p:pic>
    </p:spTree>
    <p:extLst>
      <p:ext uri="{BB962C8B-B14F-4D97-AF65-F5344CB8AC3E}">
        <p14:creationId xmlns:p14="http://schemas.microsoft.com/office/powerpoint/2010/main" val="3859615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8"/>
          <p:cNvSpPr/>
          <p:nvPr/>
        </p:nvSpPr>
        <p:spPr>
          <a:xfrm rot="-1393865">
            <a:off x="-2222095" y="-1166071"/>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8"/>
          <p:cNvSpPr/>
          <p:nvPr/>
        </p:nvSpPr>
        <p:spPr>
          <a:xfrm rot="-1393865">
            <a:off x="-1815697" y="1002938"/>
            <a:ext cx="4988404" cy="3616853"/>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8"/>
          <p:cNvSpPr/>
          <p:nvPr/>
        </p:nvSpPr>
        <p:spPr>
          <a:xfrm rot="-1393865">
            <a:off x="-1108866" y="3512106"/>
            <a:ext cx="4559545" cy="2012733"/>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8"/>
          <p:cNvSpPr/>
          <p:nvPr/>
        </p:nvSpPr>
        <p:spPr>
          <a:xfrm>
            <a:off x="708900" y="539500"/>
            <a:ext cx="6386400"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7" name="Google Shape;557;p38"/>
          <p:cNvSpPr txBox="1">
            <a:spLocks noGrp="1"/>
          </p:cNvSpPr>
          <p:nvPr>
            <p:ph type="title"/>
          </p:nvPr>
        </p:nvSpPr>
        <p:spPr>
          <a:xfrm>
            <a:off x="1187773" y="1036235"/>
            <a:ext cx="54633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rgbClr val="00659C"/>
                </a:solidFill>
                <a:latin typeface="Daytona" panose="020B0604030500040204" pitchFamily="34" charset="0"/>
              </a:rPr>
              <a:t>Hypothesis</a:t>
            </a:r>
          </a:p>
        </p:txBody>
      </p:sp>
      <p:sp>
        <p:nvSpPr>
          <p:cNvPr id="558" name="Google Shape;558;p38"/>
          <p:cNvSpPr txBox="1">
            <a:spLocks noGrp="1"/>
          </p:cNvSpPr>
          <p:nvPr>
            <p:ph type="subTitle" idx="1"/>
          </p:nvPr>
        </p:nvSpPr>
        <p:spPr>
          <a:xfrm>
            <a:off x="1187773" y="1746509"/>
            <a:ext cx="5463300" cy="2299407"/>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US" sz="1800" dirty="0">
                <a:latin typeface="Daytona" panose="020B0604030500040204" pitchFamily="34" charset="0"/>
              </a:rPr>
              <a:t>The integration of IoT-based real-time water quality monitoring and machine learning for fish species recommendation will significantly improve the productivity and sustainability of fish farming by providing accurate, data-driven decisions for water quality management and species selection.</a:t>
            </a:r>
          </a:p>
        </p:txBody>
      </p:sp>
      <p:grpSp>
        <p:nvGrpSpPr>
          <p:cNvPr id="559" name="Google Shape;559;p38"/>
          <p:cNvGrpSpPr/>
          <p:nvPr/>
        </p:nvGrpSpPr>
        <p:grpSpPr>
          <a:xfrm>
            <a:off x="6088292" y="-74491"/>
            <a:ext cx="4940966" cy="5771709"/>
            <a:chOff x="5737019" y="-754555"/>
            <a:chExt cx="4940966" cy="5771709"/>
          </a:xfrm>
        </p:grpSpPr>
        <p:sp>
          <p:nvSpPr>
            <p:cNvPr id="560" name="Google Shape;560;p38"/>
            <p:cNvSpPr/>
            <p:nvPr/>
          </p:nvSpPr>
          <p:spPr>
            <a:xfrm flipH="1">
              <a:off x="5737019"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8"/>
            <p:cNvSpPr/>
            <p:nvPr/>
          </p:nvSpPr>
          <p:spPr>
            <a:xfrm>
              <a:off x="6738674" y="-754555"/>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dk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38"/>
          <p:cNvGrpSpPr/>
          <p:nvPr/>
        </p:nvGrpSpPr>
        <p:grpSpPr>
          <a:xfrm>
            <a:off x="5987968" y="3864306"/>
            <a:ext cx="780917" cy="739694"/>
            <a:chOff x="5397450" y="983750"/>
            <a:chExt cx="780917" cy="739694"/>
          </a:xfrm>
        </p:grpSpPr>
        <p:sp>
          <p:nvSpPr>
            <p:cNvPr id="563" name="Google Shape;563;p38"/>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8"/>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8"/>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38"/>
          <p:cNvGrpSpPr/>
          <p:nvPr/>
        </p:nvGrpSpPr>
        <p:grpSpPr>
          <a:xfrm>
            <a:off x="7279150" y="539500"/>
            <a:ext cx="791469" cy="739694"/>
            <a:chOff x="8352525" y="3155950"/>
            <a:chExt cx="791469" cy="739694"/>
          </a:xfrm>
        </p:grpSpPr>
        <p:sp>
          <p:nvSpPr>
            <p:cNvPr id="567" name="Google Shape;567;p38"/>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8"/>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8"/>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38"/>
          <p:cNvGrpSpPr/>
          <p:nvPr/>
        </p:nvGrpSpPr>
        <p:grpSpPr>
          <a:xfrm rot="10800000">
            <a:off x="1275425" y="283200"/>
            <a:ext cx="150451" cy="512600"/>
            <a:chOff x="2990775" y="3601075"/>
            <a:chExt cx="150451" cy="512600"/>
          </a:xfrm>
        </p:grpSpPr>
        <p:sp>
          <p:nvSpPr>
            <p:cNvPr id="571" name="Google Shape;571;p38"/>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8"/>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8"/>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8"/>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8"/>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8"/>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8"/>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8"/>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8"/>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8"/>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1">
          <a:extLst>
            <a:ext uri="{FF2B5EF4-FFF2-40B4-BE49-F238E27FC236}">
              <a16:creationId xmlns:a16="http://schemas.microsoft.com/office/drawing/2014/main" id="{2B793C94-28B6-D441-9FB9-B9207934BF2B}"/>
            </a:ext>
          </a:extLst>
        </p:cNvPr>
        <p:cNvGrpSpPr/>
        <p:nvPr/>
      </p:nvGrpSpPr>
      <p:grpSpPr>
        <a:xfrm>
          <a:off x="0" y="0"/>
          <a:ext cx="0" cy="0"/>
          <a:chOff x="0" y="0"/>
          <a:chExt cx="0" cy="0"/>
        </a:xfrm>
      </p:grpSpPr>
      <p:sp>
        <p:nvSpPr>
          <p:cNvPr id="685" name="Google Shape;685;p42">
            <a:extLst>
              <a:ext uri="{FF2B5EF4-FFF2-40B4-BE49-F238E27FC236}">
                <a16:creationId xmlns:a16="http://schemas.microsoft.com/office/drawing/2014/main" id="{4A5D2D49-6A19-7D09-FF7A-2FBDD4AA8915}"/>
              </a:ext>
            </a:extLst>
          </p:cNvPr>
          <p:cNvSpPr txBox="1">
            <a:spLocks noGrp="1"/>
          </p:cNvSpPr>
          <p:nvPr>
            <p:ph type="title"/>
          </p:nvPr>
        </p:nvSpPr>
        <p:spPr>
          <a:xfrm>
            <a:off x="718083" y="70463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latin typeface="Daytona" panose="020B0604030500040204" pitchFamily="34" charset="0"/>
              </a:rPr>
              <a:t>Literature Review</a:t>
            </a:r>
          </a:p>
        </p:txBody>
      </p:sp>
      <p:grpSp>
        <p:nvGrpSpPr>
          <p:cNvPr id="692" name="Google Shape;692;p42">
            <a:extLst>
              <a:ext uri="{FF2B5EF4-FFF2-40B4-BE49-F238E27FC236}">
                <a16:creationId xmlns:a16="http://schemas.microsoft.com/office/drawing/2014/main" id="{498A37C1-A6B1-B821-F44C-22DAC98AA87B}"/>
              </a:ext>
            </a:extLst>
          </p:cNvPr>
          <p:cNvGrpSpPr/>
          <p:nvPr/>
        </p:nvGrpSpPr>
        <p:grpSpPr>
          <a:xfrm rot="5400000">
            <a:off x="1666108" y="103351"/>
            <a:ext cx="791469" cy="739694"/>
            <a:chOff x="8352525" y="3155950"/>
            <a:chExt cx="791469" cy="739694"/>
          </a:xfrm>
        </p:grpSpPr>
        <p:sp>
          <p:nvSpPr>
            <p:cNvPr id="693" name="Google Shape;693;p42">
              <a:extLst>
                <a:ext uri="{FF2B5EF4-FFF2-40B4-BE49-F238E27FC236}">
                  <a16:creationId xmlns:a16="http://schemas.microsoft.com/office/drawing/2014/main" id="{06A5D0C4-F779-8658-322E-1A0E03910605}"/>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a:extLst>
                <a:ext uri="{FF2B5EF4-FFF2-40B4-BE49-F238E27FC236}">
                  <a16:creationId xmlns:a16="http://schemas.microsoft.com/office/drawing/2014/main" id="{04A00E07-9A7D-ACD2-FC6E-9393EC4FF4E0}"/>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2">
              <a:extLst>
                <a:ext uri="{FF2B5EF4-FFF2-40B4-BE49-F238E27FC236}">
                  <a16:creationId xmlns:a16="http://schemas.microsoft.com/office/drawing/2014/main" id="{A2426A87-CB6D-0225-7BB6-84670AE9D0C4}"/>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42">
            <a:extLst>
              <a:ext uri="{FF2B5EF4-FFF2-40B4-BE49-F238E27FC236}">
                <a16:creationId xmlns:a16="http://schemas.microsoft.com/office/drawing/2014/main" id="{75762850-2830-5E5F-3938-D847FBC7C2D2}"/>
              </a:ext>
            </a:extLst>
          </p:cNvPr>
          <p:cNvGrpSpPr/>
          <p:nvPr/>
        </p:nvGrpSpPr>
        <p:grpSpPr>
          <a:xfrm rot="5400000">
            <a:off x="413963" y="3926925"/>
            <a:ext cx="150451" cy="512600"/>
            <a:chOff x="2990775" y="3601075"/>
            <a:chExt cx="150451" cy="512600"/>
          </a:xfrm>
        </p:grpSpPr>
        <p:sp>
          <p:nvSpPr>
            <p:cNvPr id="697" name="Google Shape;697;p42">
              <a:extLst>
                <a:ext uri="{FF2B5EF4-FFF2-40B4-BE49-F238E27FC236}">
                  <a16:creationId xmlns:a16="http://schemas.microsoft.com/office/drawing/2014/main" id="{8AEF7703-39EE-F361-5EBB-E5CA39A2C66C}"/>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a:extLst>
                <a:ext uri="{FF2B5EF4-FFF2-40B4-BE49-F238E27FC236}">
                  <a16:creationId xmlns:a16="http://schemas.microsoft.com/office/drawing/2014/main" id="{47F354DA-916E-4B0B-8B0F-386F7288E618}"/>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a:extLst>
                <a:ext uri="{FF2B5EF4-FFF2-40B4-BE49-F238E27FC236}">
                  <a16:creationId xmlns:a16="http://schemas.microsoft.com/office/drawing/2014/main" id="{20C5A2FF-85D5-B66E-1FAE-D7BB4C1D3B80}"/>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a:extLst>
                <a:ext uri="{FF2B5EF4-FFF2-40B4-BE49-F238E27FC236}">
                  <a16:creationId xmlns:a16="http://schemas.microsoft.com/office/drawing/2014/main" id="{6158B6E2-AA8A-D374-F4D5-DE346468714C}"/>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a:extLst>
                <a:ext uri="{FF2B5EF4-FFF2-40B4-BE49-F238E27FC236}">
                  <a16:creationId xmlns:a16="http://schemas.microsoft.com/office/drawing/2014/main" id="{7B24DE32-678F-D2F4-E028-434D619D861D}"/>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a:extLst>
                <a:ext uri="{FF2B5EF4-FFF2-40B4-BE49-F238E27FC236}">
                  <a16:creationId xmlns:a16="http://schemas.microsoft.com/office/drawing/2014/main" id="{47FAF0BA-909D-0379-BF93-B4C1DE74F159}"/>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a:extLst>
                <a:ext uri="{FF2B5EF4-FFF2-40B4-BE49-F238E27FC236}">
                  <a16:creationId xmlns:a16="http://schemas.microsoft.com/office/drawing/2014/main" id="{3F0934DD-8EEA-B536-C77B-C9BAEF1994D9}"/>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a:extLst>
                <a:ext uri="{FF2B5EF4-FFF2-40B4-BE49-F238E27FC236}">
                  <a16:creationId xmlns:a16="http://schemas.microsoft.com/office/drawing/2014/main" id="{FD2C3288-6D6D-2D3B-3CFB-4FD0B295CD31}"/>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a:extLst>
                <a:ext uri="{FF2B5EF4-FFF2-40B4-BE49-F238E27FC236}">
                  <a16:creationId xmlns:a16="http://schemas.microsoft.com/office/drawing/2014/main" id="{6D84DFC7-3D2E-F8EA-4297-62C1CA474675}"/>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a:extLst>
                <a:ext uri="{FF2B5EF4-FFF2-40B4-BE49-F238E27FC236}">
                  <a16:creationId xmlns:a16="http://schemas.microsoft.com/office/drawing/2014/main" id="{42302B32-F9D0-865E-BD1E-80644AA21E3C}"/>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Shape 1">
            <a:extLst>
              <a:ext uri="{FF2B5EF4-FFF2-40B4-BE49-F238E27FC236}">
                <a16:creationId xmlns:a16="http://schemas.microsoft.com/office/drawing/2014/main" id="{55BBD6BD-60CC-18E6-8CE6-3DF2B1DC95EE}"/>
              </a:ext>
            </a:extLst>
          </p:cNvPr>
          <p:cNvSpPr/>
          <p:nvPr/>
        </p:nvSpPr>
        <p:spPr>
          <a:xfrm>
            <a:off x="914305" y="1720382"/>
            <a:ext cx="402431" cy="402431"/>
          </a:xfrm>
          <a:prstGeom prst="roundRect">
            <a:avLst>
              <a:gd name="adj" fmla="val 18670"/>
            </a:avLst>
          </a:prstGeom>
          <a:solidFill>
            <a:srgbClr val="E9E6FA"/>
          </a:solidFill>
          <a:ln w="7620">
            <a:solidFill>
              <a:srgbClr val="BDB8DF"/>
            </a:solidFill>
            <a:prstDash val="solid"/>
          </a:ln>
        </p:spPr>
        <p:txBody>
          <a:bodyPr/>
          <a:lstStyle/>
          <a:p>
            <a:endParaRPr lang="en-US"/>
          </a:p>
        </p:txBody>
      </p:sp>
      <p:sp>
        <p:nvSpPr>
          <p:cNvPr id="30" name="Text 2">
            <a:extLst>
              <a:ext uri="{FF2B5EF4-FFF2-40B4-BE49-F238E27FC236}">
                <a16:creationId xmlns:a16="http://schemas.microsoft.com/office/drawing/2014/main" id="{35EC5172-1DC6-73E0-96E7-A815D97D7BE4}"/>
              </a:ext>
            </a:extLst>
          </p:cNvPr>
          <p:cNvSpPr/>
          <p:nvPr/>
        </p:nvSpPr>
        <p:spPr>
          <a:xfrm>
            <a:off x="1044154" y="1753267"/>
            <a:ext cx="121206" cy="310872"/>
          </a:xfrm>
          <a:prstGeom prst="rect">
            <a:avLst/>
          </a:prstGeom>
          <a:noFill/>
          <a:ln/>
        </p:spPr>
        <p:txBody>
          <a:bodyPr wrap="none" lIns="0" tIns="0" rIns="0" bIns="0" rtlCol="0" anchor="t"/>
          <a:lstStyle/>
          <a:p>
            <a:pPr marL="0" indent="0" algn="ctr">
              <a:lnSpc>
                <a:spcPts val="2400"/>
              </a:lnSpc>
              <a:buNone/>
            </a:pPr>
            <a:r>
              <a:rPr lang="en-US" sz="2000" b="1" dirty="0">
                <a:solidFill>
                  <a:srgbClr val="2A2742"/>
                </a:solidFill>
                <a:latin typeface="Outfit Extra Bold" pitchFamily="34" charset="0"/>
                <a:ea typeface="Outfit Extra Bold" pitchFamily="34" charset="-122"/>
                <a:cs typeface="Outfit Extra Bold" pitchFamily="34" charset="-120"/>
              </a:rPr>
              <a:t>1</a:t>
            </a:r>
            <a:endParaRPr lang="en-US" sz="2400" dirty="0"/>
          </a:p>
        </p:txBody>
      </p:sp>
      <p:sp>
        <p:nvSpPr>
          <p:cNvPr id="32" name="TextBox 31">
            <a:extLst>
              <a:ext uri="{FF2B5EF4-FFF2-40B4-BE49-F238E27FC236}">
                <a16:creationId xmlns:a16="http://schemas.microsoft.com/office/drawing/2014/main" id="{EF9CD86D-E74F-C324-E3F6-3F6A0EBC42E0}"/>
              </a:ext>
            </a:extLst>
          </p:cNvPr>
          <p:cNvSpPr txBox="1"/>
          <p:nvPr/>
        </p:nvSpPr>
        <p:spPr>
          <a:xfrm>
            <a:off x="1316737" y="1715381"/>
            <a:ext cx="2688882" cy="461665"/>
          </a:xfrm>
          <a:prstGeom prst="rect">
            <a:avLst/>
          </a:prstGeom>
          <a:noFill/>
        </p:spPr>
        <p:txBody>
          <a:bodyPr wrap="square">
            <a:spAutoFit/>
          </a:bodyPr>
          <a:lstStyle/>
          <a:p>
            <a:pPr marL="0" indent="0">
              <a:buNone/>
            </a:pPr>
            <a:r>
              <a:rPr lang="en-US" sz="1200" b="1" dirty="0">
                <a:solidFill>
                  <a:srgbClr val="2A2742"/>
                </a:solidFill>
                <a:latin typeface="Daytona" panose="020B0604030500040204" pitchFamily="34" charset="0"/>
                <a:ea typeface="Outfit Extra Bold" pitchFamily="34" charset="-122"/>
                <a:cs typeface="Outfit Extra Bold" pitchFamily="34" charset="-120"/>
              </a:rPr>
              <a:t>IoT-based Water Quality Monitoring in Fish Farming:</a:t>
            </a:r>
            <a:endParaRPr lang="en-US" sz="1200" dirty="0">
              <a:latin typeface="Daytona" panose="020B0604030500040204" pitchFamily="34" charset="0"/>
            </a:endParaRPr>
          </a:p>
        </p:txBody>
      </p:sp>
      <p:sp>
        <p:nvSpPr>
          <p:cNvPr id="33" name="Shape 1">
            <a:extLst>
              <a:ext uri="{FF2B5EF4-FFF2-40B4-BE49-F238E27FC236}">
                <a16:creationId xmlns:a16="http://schemas.microsoft.com/office/drawing/2014/main" id="{67025E36-844A-38AE-C48B-D8EE82BB0E9E}"/>
              </a:ext>
            </a:extLst>
          </p:cNvPr>
          <p:cNvSpPr/>
          <p:nvPr/>
        </p:nvSpPr>
        <p:spPr>
          <a:xfrm>
            <a:off x="5138383" y="1720382"/>
            <a:ext cx="402431" cy="402431"/>
          </a:xfrm>
          <a:prstGeom prst="roundRect">
            <a:avLst>
              <a:gd name="adj" fmla="val 18670"/>
            </a:avLst>
          </a:prstGeom>
          <a:solidFill>
            <a:srgbClr val="E9E6FA"/>
          </a:solidFill>
          <a:ln w="7620">
            <a:solidFill>
              <a:srgbClr val="BDB8DF"/>
            </a:solidFill>
            <a:prstDash val="solid"/>
          </a:ln>
        </p:spPr>
        <p:txBody>
          <a:bodyPr/>
          <a:lstStyle/>
          <a:p>
            <a:endParaRPr lang="en-US"/>
          </a:p>
        </p:txBody>
      </p:sp>
      <p:sp>
        <p:nvSpPr>
          <p:cNvPr id="34" name="Text 2">
            <a:extLst>
              <a:ext uri="{FF2B5EF4-FFF2-40B4-BE49-F238E27FC236}">
                <a16:creationId xmlns:a16="http://schemas.microsoft.com/office/drawing/2014/main" id="{79A8A5A7-3C5B-E022-96A6-A1A67C574480}"/>
              </a:ext>
            </a:extLst>
          </p:cNvPr>
          <p:cNvSpPr/>
          <p:nvPr/>
        </p:nvSpPr>
        <p:spPr>
          <a:xfrm>
            <a:off x="5268232" y="1753267"/>
            <a:ext cx="121206" cy="310872"/>
          </a:xfrm>
          <a:prstGeom prst="rect">
            <a:avLst/>
          </a:prstGeom>
          <a:noFill/>
          <a:ln/>
        </p:spPr>
        <p:txBody>
          <a:bodyPr wrap="none" lIns="0" tIns="0" rIns="0" bIns="0" rtlCol="0" anchor="t"/>
          <a:lstStyle/>
          <a:p>
            <a:pPr marL="0" indent="0" algn="ctr">
              <a:lnSpc>
                <a:spcPts val="2400"/>
              </a:lnSpc>
              <a:buNone/>
            </a:pPr>
            <a:r>
              <a:rPr lang="en-US" sz="2000" b="1" dirty="0">
                <a:solidFill>
                  <a:srgbClr val="2A2742"/>
                </a:solidFill>
                <a:latin typeface="Outfit Extra Bold" pitchFamily="34" charset="0"/>
                <a:ea typeface="Outfit Extra Bold" pitchFamily="34" charset="-122"/>
                <a:cs typeface="Outfit Extra Bold" pitchFamily="34" charset="-120"/>
              </a:rPr>
              <a:t>2</a:t>
            </a:r>
            <a:endParaRPr lang="en-US" sz="2400" dirty="0"/>
          </a:p>
        </p:txBody>
      </p:sp>
      <p:sp>
        <p:nvSpPr>
          <p:cNvPr id="35" name="TextBox 34">
            <a:extLst>
              <a:ext uri="{FF2B5EF4-FFF2-40B4-BE49-F238E27FC236}">
                <a16:creationId xmlns:a16="http://schemas.microsoft.com/office/drawing/2014/main" id="{2C1BB941-0C71-7311-7C9C-132EDC2E7FCA}"/>
              </a:ext>
            </a:extLst>
          </p:cNvPr>
          <p:cNvSpPr txBox="1"/>
          <p:nvPr/>
        </p:nvSpPr>
        <p:spPr>
          <a:xfrm>
            <a:off x="5540815" y="1715381"/>
            <a:ext cx="2688882" cy="461665"/>
          </a:xfrm>
          <a:prstGeom prst="rect">
            <a:avLst/>
          </a:prstGeom>
          <a:noFill/>
        </p:spPr>
        <p:txBody>
          <a:bodyPr wrap="square">
            <a:spAutoFit/>
          </a:bodyPr>
          <a:lstStyle/>
          <a:p>
            <a:pPr marL="0" indent="0">
              <a:buNone/>
            </a:pPr>
            <a:r>
              <a:rPr lang="en-US" sz="1200" b="1" dirty="0">
                <a:solidFill>
                  <a:srgbClr val="2A2742"/>
                </a:solidFill>
                <a:latin typeface="Daytona" panose="020B0604030500040204" pitchFamily="34" charset="0"/>
                <a:ea typeface="Outfit Extra Bold" pitchFamily="34" charset="-122"/>
                <a:cs typeface="Outfit Extra Bold" pitchFamily="34" charset="-120"/>
              </a:rPr>
              <a:t>Machine Learning for Fish Species Recommendations:</a:t>
            </a:r>
          </a:p>
        </p:txBody>
      </p:sp>
      <p:sp>
        <p:nvSpPr>
          <p:cNvPr id="36" name="Shape 1">
            <a:extLst>
              <a:ext uri="{FF2B5EF4-FFF2-40B4-BE49-F238E27FC236}">
                <a16:creationId xmlns:a16="http://schemas.microsoft.com/office/drawing/2014/main" id="{086EA391-8429-BF82-8D89-7F4F5970B1BF}"/>
              </a:ext>
            </a:extLst>
          </p:cNvPr>
          <p:cNvSpPr/>
          <p:nvPr/>
        </p:nvSpPr>
        <p:spPr>
          <a:xfrm>
            <a:off x="5138382" y="3296699"/>
            <a:ext cx="402431" cy="402431"/>
          </a:xfrm>
          <a:prstGeom prst="roundRect">
            <a:avLst>
              <a:gd name="adj" fmla="val 18670"/>
            </a:avLst>
          </a:prstGeom>
          <a:solidFill>
            <a:srgbClr val="E9E6FA"/>
          </a:solidFill>
          <a:ln w="7620">
            <a:solidFill>
              <a:srgbClr val="BDB8DF"/>
            </a:solidFill>
            <a:prstDash val="solid"/>
          </a:ln>
        </p:spPr>
        <p:txBody>
          <a:bodyPr/>
          <a:lstStyle/>
          <a:p>
            <a:endParaRPr lang="en-US"/>
          </a:p>
        </p:txBody>
      </p:sp>
      <p:sp>
        <p:nvSpPr>
          <p:cNvPr id="37" name="Text 2">
            <a:extLst>
              <a:ext uri="{FF2B5EF4-FFF2-40B4-BE49-F238E27FC236}">
                <a16:creationId xmlns:a16="http://schemas.microsoft.com/office/drawing/2014/main" id="{5CB1A2F0-F514-2F17-C0F2-F8B96E621A21}"/>
              </a:ext>
            </a:extLst>
          </p:cNvPr>
          <p:cNvSpPr/>
          <p:nvPr/>
        </p:nvSpPr>
        <p:spPr>
          <a:xfrm>
            <a:off x="5268231" y="3329584"/>
            <a:ext cx="121206" cy="310872"/>
          </a:xfrm>
          <a:prstGeom prst="rect">
            <a:avLst/>
          </a:prstGeom>
          <a:noFill/>
          <a:ln/>
        </p:spPr>
        <p:txBody>
          <a:bodyPr wrap="none" lIns="0" tIns="0" rIns="0" bIns="0" rtlCol="0" anchor="t"/>
          <a:lstStyle/>
          <a:p>
            <a:pPr marL="0" indent="0" algn="ctr">
              <a:lnSpc>
                <a:spcPts val="2400"/>
              </a:lnSpc>
              <a:buNone/>
            </a:pPr>
            <a:r>
              <a:rPr lang="en-US" sz="2000" b="1" dirty="0">
                <a:solidFill>
                  <a:srgbClr val="2A2742"/>
                </a:solidFill>
                <a:latin typeface="Outfit Extra Bold" pitchFamily="34" charset="0"/>
                <a:ea typeface="Outfit Extra Bold" pitchFamily="34" charset="-122"/>
                <a:cs typeface="Outfit Extra Bold" pitchFamily="34" charset="-120"/>
              </a:rPr>
              <a:t>4</a:t>
            </a:r>
            <a:endParaRPr lang="en-US" sz="2400" dirty="0"/>
          </a:p>
        </p:txBody>
      </p:sp>
      <p:sp>
        <p:nvSpPr>
          <p:cNvPr id="38" name="TextBox 37">
            <a:extLst>
              <a:ext uri="{FF2B5EF4-FFF2-40B4-BE49-F238E27FC236}">
                <a16:creationId xmlns:a16="http://schemas.microsoft.com/office/drawing/2014/main" id="{0D81232C-C86F-5FA2-A799-9DA189809589}"/>
              </a:ext>
            </a:extLst>
          </p:cNvPr>
          <p:cNvSpPr txBox="1"/>
          <p:nvPr/>
        </p:nvSpPr>
        <p:spPr>
          <a:xfrm>
            <a:off x="5540814" y="3291698"/>
            <a:ext cx="2688882" cy="461665"/>
          </a:xfrm>
          <a:prstGeom prst="rect">
            <a:avLst/>
          </a:prstGeom>
          <a:noFill/>
        </p:spPr>
        <p:txBody>
          <a:bodyPr wrap="square">
            <a:spAutoFit/>
          </a:bodyPr>
          <a:lstStyle/>
          <a:p>
            <a:pPr marL="0" indent="0">
              <a:buNone/>
            </a:pPr>
            <a:r>
              <a:rPr lang="en-US" sz="1200" b="1" dirty="0">
                <a:solidFill>
                  <a:srgbClr val="2A2742"/>
                </a:solidFill>
                <a:latin typeface="Daytona" panose="020B0604030500040204" pitchFamily="34" charset="0"/>
                <a:ea typeface="Outfit Extra Bold" pitchFamily="34" charset="-122"/>
                <a:cs typeface="Outfit Extra Bold" pitchFamily="34" charset="-120"/>
              </a:rPr>
              <a:t>Smart Pond Management Using Robotics:</a:t>
            </a:r>
          </a:p>
        </p:txBody>
      </p:sp>
      <p:sp>
        <p:nvSpPr>
          <p:cNvPr id="39" name="Shape 1">
            <a:extLst>
              <a:ext uri="{FF2B5EF4-FFF2-40B4-BE49-F238E27FC236}">
                <a16:creationId xmlns:a16="http://schemas.microsoft.com/office/drawing/2014/main" id="{CA0396AC-F8B8-D8AC-20E6-01F39C2C0480}"/>
              </a:ext>
            </a:extLst>
          </p:cNvPr>
          <p:cNvSpPr/>
          <p:nvPr/>
        </p:nvSpPr>
        <p:spPr>
          <a:xfrm>
            <a:off x="914305" y="3334585"/>
            <a:ext cx="402431" cy="402431"/>
          </a:xfrm>
          <a:prstGeom prst="roundRect">
            <a:avLst>
              <a:gd name="adj" fmla="val 18670"/>
            </a:avLst>
          </a:prstGeom>
          <a:solidFill>
            <a:srgbClr val="E9E6FA"/>
          </a:solidFill>
          <a:ln w="7620">
            <a:solidFill>
              <a:srgbClr val="BDB8DF"/>
            </a:solidFill>
            <a:prstDash val="solid"/>
          </a:ln>
        </p:spPr>
        <p:txBody>
          <a:bodyPr/>
          <a:lstStyle/>
          <a:p>
            <a:endParaRPr lang="en-US"/>
          </a:p>
        </p:txBody>
      </p:sp>
      <p:sp>
        <p:nvSpPr>
          <p:cNvPr id="40" name="Text 2">
            <a:extLst>
              <a:ext uri="{FF2B5EF4-FFF2-40B4-BE49-F238E27FC236}">
                <a16:creationId xmlns:a16="http://schemas.microsoft.com/office/drawing/2014/main" id="{7FD06870-D519-22D0-ED5D-0FF6731D6499}"/>
              </a:ext>
            </a:extLst>
          </p:cNvPr>
          <p:cNvSpPr/>
          <p:nvPr/>
        </p:nvSpPr>
        <p:spPr>
          <a:xfrm>
            <a:off x="1044154" y="3367470"/>
            <a:ext cx="121206" cy="310872"/>
          </a:xfrm>
          <a:prstGeom prst="rect">
            <a:avLst/>
          </a:prstGeom>
          <a:noFill/>
          <a:ln/>
        </p:spPr>
        <p:txBody>
          <a:bodyPr wrap="none" lIns="0" tIns="0" rIns="0" bIns="0" rtlCol="0" anchor="t"/>
          <a:lstStyle/>
          <a:p>
            <a:pPr marL="0" indent="0" algn="ctr">
              <a:lnSpc>
                <a:spcPts val="2400"/>
              </a:lnSpc>
              <a:buNone/>
            </a:pPr>
            <a:r>
              <a:rPr lang="en-US" sz="2000" b="1" dirty="0">
                <a:solidFill>
                  <a:srgbClr val="2A2742"/>
                </a:solidFill>
                <a:latin typeface="Outfit Extra Bold" pitchFamily="34" charset="0"/>
                <a:ea typeface="Outfit Extra Bold" pitchFamily="34" charset="-122"/>
                <a:cs typeface="Outfit Extra Bold" pitchFamily="34" charset="-120"/>
              </a:rPr>
              <a:t>3</a:t>
            </a:r>
            <a:endParaRPr lang="en-US" sz="2400" dirty="0"/>
          </a:p>
        </p:txBody>
      </p:sp>
      <p:sp>
        <p:nvSpPr>
          <p:cNvPr id="41" name="TextBox 40">
            <a:extLst>
              <a:ext uri="{FF2B5EF4-FFF2-40B4-BE49-F238E27FC236}">
                <a16:creationId xmlns:a16="http://schemas.microsoft.com/office/drawing/2014/main" id="{C2B10060-22E4-3998-95DF-209A68CDC732}"/>
              </a:ext>
            </a:extLst>
          </p:cNvPr>
          <p:cNvSpPr txBox="1"/>
          <p:nvPr/>
        </p:nvSpPr>
        <p:spPr>
          <a:xfrm>
            <a:off x="1316737" y="3329584"/>
            <a:ext cx="3159730" cy="461665"/>
          </a:xfrm>
          <a:prstGeom prst="rect">
            <a:avLst/>
          </a:prstGeom>
          <a:noFill/>
        </p:spPr>
        <p:txBody>
          <a:bodyPr wrap="square">
            <a:spAutoFit/>
          </a:bodyPr>
          <a:lstStyle/>
          <a:p>
            <a:pPr marL="0" indent="0">
              <a:buNone/>
            </a:pPr>
            <a:r>
              <a:rPr lang="en-US" sz="1200" b="1" dirty="0">
                <a:solidFill>
                  <a:srgbClr val="2A2742"/>
                </a:solidFill>
                <a:latin typeface="Daytona" panose="020B0604030500040204" pitchFamily="34" charset="0"/>
                <a:ea typeface="Outfit Extra Bold" pitchFamily="34" charset="-122"/>
                <a:cs typeface="Outfit Extra Bold" pitchFamily="34" charset="-120"/>
              </a:rPr>
              <a:t>IoT and Renewable Energy Integration </a:t>
            </a:r>
          </a:p>
          <a:p>
            <a:pPr marL="0" indent="0">
              <a:buNone/>
            </a:pPr>
            <a:r>
              <a:rPr lang="en-US" sz="1200" b="1" dirty="0">
                <a:solidFill>
                  <a:srgbClr val="2A2742"/>
                </a:solidFill>
                <a:latin typeface="Daytona" panose="020B0604030500040204" pitchFamily="34" charset="0"/>
                <a:ea typeface="Outfit Extra Bold" pitchFamily="34" charset="-122"/>
                <a:cs typeface="Outfit Extra Bold" pitchFamily="34" charset="-120"/>
              </a:rPr>
              <a:t>in Smart Aquaculture:</a:t>
            </a:r>
          </a:p>
        </p:txBody>
      </p:sp>
      <p:sp>
        <p:nvSpPr>
          <p:cNvPr id="45" name="TextBox 44">
            <a:extLst>
              <a:ext uri="{FF2B5EF4-FFF2-40B4-BE49-F238E27FC236}">
                <a16:creationId xmlns:a16="http://schemas.microsoft.com/office/drawing/2014/main" id="{E8237F47-6300-DDD4-1297-2FF3C92E778F}"/>
              </a:ext>
            </a:extLst>
          </p:cNvPr>
          <p:cNvSpPr txBox="1"/>
          <p:nvPr/>
        </p:nvSpPr>
        <p:spPr>
          <a:xfrm>
            <a:off x="1316735" y="2229733"/>
            <a:ext cx="3105139" cy="400110"/>
          </a:xfrm>
          <a:prstGeom prst="rect">
            <a:avLst/>
          </a:prstGeom>
          <a:noFill/>
        </p:spPr>
        <p:txBody>
          <a:bodyPr wrap="square">
            <a:spAutoFit/>
          </a:bodyPr>
          <a:lstStyle/>
          <a:p>
            <a:r>
              <a:rPr lang="en-US" sz="1000" dirty="0"/>
              <a:t>Some work has been done on monitoring Water </a:t>
            </a:r>
          </a:p>
          <a:p>
            <a:r>
              <a:rPr lang="en-US" sz="1000" dirty="0"/>
              <a:t>Quality in fish farming by other researchers. [4], [5] </a:t>
            </a:r>
          </a:p>
        </p:txBody>
      </p:sp>
      <p:sp>
        <p:nvSpPr>
          <p:cNvPr id="46" name="TextBox 45">
            <a:extLst>
              <a:ext uri="{FF2B5EF4-FFF2-40B4-BE49-F238E27FC236}">
                <a16:creationId xmlns:a16="http://schemas.microsoft.com/office/drawing/2014/main" id="{908C2716-2520-09A3-62A5-DEAE71A05B5E}"/>
              </a:ext>
            </a:extLst>
          </p:cNvPr>
          <p:cNvSpPr txBox="1"/>
          <p:nvPr/>
        </p:nvSpPr>
        <p:spPr>
          <a:xfrm>
            <a:off x="5540813" y="2229733"/>
            <a:ext cx="2791145" cy="400110"/>
          </a:xfrm>
          <a:prstGeom prst="rect">
            <a:avLst/>
          </a:prstGeom>
          <a:noFill/>
        </p:spPr>
        <p:txBody>
          <a:bodyPr wrap="square">
            <a:spAutoFit/>
          </a:bodyPr>
          <a:lstStyle/>
          <a:p>
            <a:r>
              <a:rPr lang="en-US" sz="1000" dirty="0"/>
              <a:t>Machine Learning integration in Fish Farming has been a growing trend now.[3], [4]</a:t>
            </a:r>
          </a:p>
        </p:txBody>
      </p:sp>
      <p:sp>
        <p:nvSpPr>
          <p:cNvPr id="47" name="TextBox 46">
            <a:extLst>
              <a:ext uri="{FF2B5EF4-FFF2-40B4-BE49-F238E27FC236}">
                <a16:creationId xmlns:a16="http://schemas.microsoft.com/office/drawing/2014/main" id="{9672FC4A-B3FB-C70A-E44B-DD795EDD9FDE}"/>
              </a:ext>
            </a:extLst>
          </p:cNvPr>
          <p:cNvSpPr txBox="1"/>
          <p:nvPr/>
        </p:nvSpPr>
        <p:spPr>
          <a:xfrm>
            <a:off x="1316735" y="3794045"/>
            <a:ext cx="2791145" cy="400110"/>
          </a:xfrm>
          <a:prstGeom prst="rect">
            <a:avLst/>
          </a:prstGeom>
          <a:noFill/>
        </p:spPr>
        <p:txBody>
          <a:bodyPr wrap="square">
            <a:spAutoFit/>
          </a:bodyPr>
          <a:lstStyle/>
          <a:p>
            <a:r>
              <a:rPr lang="en-US" sz="1000" dirty="0"/>
              <a:t>Integrating IoT for renewable energy has been seen very efficient nowadays. [7], [12]</a:t>
            </a:r>
          </a:p>
        </p:txBody>
      </p:sp>
      <p:sp>
        <p:nvSpPr>
          <p:cNvPr id="48" name="TextBox 47">
            <a:extLst>
              <a:ext uri="{FF2B5EF4-FFF2-40B4-BE49-F238E27FC236}">
                <a16:creationId xmlns:a16="http://schemas.microsoft.com/office/drawing/2014/main" id="{FAC5F36E-394A-D3DB-6EA0-F459B3C13288}"/>
              </a:ext>
            </a:extLst>
          </p:cNvPr>
          <p:cNvSpPr txBox="1"/>
          <p:nvPr/>
        </p:nvSpPr>
        <p:spPr>
          <a:xfrm>
            <a:off x="5540812" y="3803729"/>
            <a:ext cx="2791145" cy="400110"/>
          </a:xfrm>
          <a:prstGeom prst="rect">
            <a:avLst/>
          </a:prstGeom>
          <a:noFill/>
        </p:spPr>
        <p:txBody>
          <a:bodyPr wrap="square">
            <a:spAutoFit/>
          </a:bodyPr>
          <a:lstStyle/>
          <a:p>
            <a:r>
              <a:rPr lang="en-US" sz="1000" dirty="0"/>
              <a:t>Robotics has been used as a pond monitoring tool.[2], [6]</a:t>
            </a:r>
          </a:p>
        </p:txBody>
      </p:sp>
    </p:spTree>
    <p:extLst>
      <p:ext uri="{BB962C8B-B14F-4D97-AF65-F5344CB8AC3E}">
        <p14:creationId xmlns:p14="http://schemas.microsoft.com/office/powerpoint/2010/main" val="196342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39"/>
          <p:cNvSpPr txBox="1">
            <a:spLocks noGrp="1"/>
          </p:cNvSpPr>
          <p:nvPr>
            <p:ph type="title"/>
          </p:nvPr>
        </p:nvSpPr>
        <p:spPr>
          <a:xfrm>
            <a:off x="1179673" y="1019632"/>
            <a:ext cx="4780048" cy="110323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latin typeface="Daytona" panose="020B0604030500040204" pitchFamily="34" charset="0"/>
              </a:rPr>
              <a:t> </a:t>
            </a:r>
            <a:r>
              <a:rPr lang="en-US" b="0" i="1" dirty="0">
                <a:solidFill>
                  <a:srgbClr val="00659C"/>
                </a:solidFill>
                <a:latin typeface="Daytona" panose="020B0604030500040204" pitchFamily="34" charset="0"/>
              </a:rPr>
              <a:t>Research</a:t>
            </a:r>
            <a:r>
              <a:rPr lang="en-US" i="1" dirty="0">
                <a:solidFill>
                  <a:srgbClr val="00659C"/>
                </a:solidFill>
                <a:latin typeface="Daytona" panose="020B0604030500040204" pitchFamily="34" charset="0"/>
              </a:rPr>
              <a:t> Gaps &amp;</a:t>
            </a:r>
            <a:br>
              <a:rPr lang="en-US" i="1" dirty="0">
                <a:solidFill>
                  <a:srgbClr val="00659C"/>
                </a:solidFill>
                <a:latin typeface="Daytona" panose="020B0604030500040204" pitchFamily="34" charset="0"/>
              </a:rPr>
            </a:br>
            <a:r>
              <a:rPr lang="en-US" i="1" dirty="0">
                <a:solidFill>
                  <a:srgbClr val="00659C"/>
                </a:solidFill>
                <a:latin typeface="Daytona" panose="020B0604030500040204" pitchFamily="34" charset="0"/>
              </a:rPr>
              <a:t>Future </a:t>
            </a:r>
            <a:r>
              <a:rPr lang="en-US" b="0" i="1" dirty="0">
                <a:solidFill>
                  <a:srgbClr val="00659C"/>
                </a:solidFill>
                <a:latin typeface="Daytona" panose="020B0604030500040204" pitchFamily="34" charset="0"/>
              </a:rPr>
              <a:t>Directions:</a:t>
            </a:r>
          </a:p>
        </p:txBody>
      </p:sp>
      <p:grpSp>
        <p:nvGrpSpPr>
          <p:cNvPr id="590" name="Google Shape;590;p39"/>
          <p:cNvGrpSpPr/>
          <p:nvPr/>
        </p:nvGrpSpPr>
        <p:grpSpPr>
          <a:xfrm rot="-5400000">
            <a:off x="8185425" y="254050"/>
            <a:ext cx="791469" cy="739694"/>
            <a:chOff x="8352525" y="3155950"/>
            <a:chExt cx="791469" cy="739694"/>
          </a:xfrm>
        </p:grpSpPr>
        <p:sp>
          <p:nvSpPr>
            <p:cNvPr id="591" name="Google Shape;591;p39"/>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9"/>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Box 12">
            <a:extLst>
              <a:ext uri="{FF2B5EF4-FFF2-40B4-BE49-F238E27FC236}">
                <a16:creationId xmlns:a16="http://schemas.microsoft.com/office/drawing/2014/main" id="{33612272-5CB5-0782-D6C6-7FB6B866BA10}"/>
              </a:ext>
            </a:extLst>
          </p:cNvPr>
          <p:cNvSpPr txBox="1"/>
          <p:nvPr/>
        </p:nvSpPr>
        <p:spPr>
          <a:xfrm>
            <a:off x="1934571" y="2287000"/>
            <a:ext cx="5274858" cy="1169551"/>
          </a:xfrm>
          <a:prstGeom prst="rect">
            <a:avLst/>
          </a:prstGeom>
          <a:noFill/>
        </p:spPr>
        <p:txBody>
          <a:bodyPr wrap="square">
            <a:spAutoFit/>
          </a:bodyPr>
          <a:lstStyle/>
          <a:p>
            <a:pPr algn="just"/>
            <a:r>
              <a:rPr lang="en-US" dirty="0">
                <a:latin typeface="Daytona" panose="020B0604030500040204" pitchFamily="34" charset="0"/>
              </a:rPr>
              <a:t>While numerous studies have explored the application of IoT and machine learning in fish farming, several gaps remain in the literature. Integration of all the tools like machine learning, IoT, Solar power for renewable energy can be a very good combination for a smart Fish Farming.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D64F571C-CEA3-EC6A-C605-C99A4BA7583A}"/>
            </a:ext>
          </a:extLst>
        </p:cNvPr>
        <p:cNvGrpSpPr/>
        <p:nvPr/>
      </p:nvGrpSpPr>
      <p:grpSpPr>
        <a:xfrm>
          <a:off x="0" y="0"/>
          <a:ext cx="0" cy="0"/>
          <a:chOff x="0" y="0"/>
          <a:chExt cx="0" cy="0"/>
        </a:xfrm>
      </p:grpSpPr>
      <p:sp>
        <p:nvSpPr>
          <p:cNvPr id="479" name="Google Shape;479;p36">
            <a:extLst>
              <a:ext uri="{FF2B5EF4-FFF2-40B4-BE49-F238E27FC236}">
                <a16:creationId xmlns:a16="http://schemas.microsoft.com/office/drawing/2014/main" id="{F50FAE89-549D-BCB7-2533-E2C4410D6A23}"/>
              </a:ext>
            </a:extLst>
          </p:cNvPr>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a:extLst>
              <a:ext uri="{FF2B5EF4-FFF2-40B4-BE49-F238E27FC236}">
                <a16:creationId xmlns:a16="http://schemas.microsoft.com/office/drawing/2014/main" id="{B98F76CF-90CB-D40B-4340-5AAA87D9531D}"/>
              </a:ext>
            </a:extLst>
          </p:cNvPr>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CECA1F42-4937-8805-CAF0-5C7FAF54C0C7}"/>
              </a:ext>
            </a:extLst>
          </p:cNvPr>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a:extLst>
              <a:ext uri="{FF2B5EF4-FFF2-40B4-BE49-F238E27FC236}">
                <a16:creationId xmlns:a16="http://schemas.microsoft.com/office/drawing/2014/main" id="{8134DE03-3837-027E-0814-7F49485DADB5}"/>
              </a:ext>
            </a:extLst>
          </p:cNvPr>
          <p:cNvGrpSpPr/>
          <p:nvPr/>
        </p:nvGrpSpPr>
        <p:grpSpPr>
          <a:xfrm>
            <a:off x="6842734" y="-74955"/>
            <a:ext cx="4493392" cy="5973876"/>
            <a:chOff x="6842734" y="-74955"/>
            <a:chExt cx="4493392" cy="5973876"/>
          </a:xfrm>
        </p:grpSpPr>
        <p:sp>
          <p:nvSpPr>
            <p:cNvPr id="483" name="Google Shape;483;p36">
              <a:extLst>
                <a:ext uri="{FF2B5EF4-FFF2-40B4-BE49-F238E27FC236}">
                  <a16:creationId xmlns:a16="http://schemas.microsoft.com/office/drawing/2014/main" id="{44D118D7-D971-F8B6-A412-DBBAD27B0EC7}"/>
                </a:ext>
              </a:extLst>
            </p:cNvPr>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a:extLst>
                <a:ext uri="{FF2B5EF4-FFF2-40B4-BE49-F238E27FC236}">
                  <a16:creationId xmlns:a16="http://schemas.microsoft.com/office/drawing/2014/main" id="{7C4F87B2-B11D-107A-CB11-DB507B9D1486}"/>
                </a:ext>
              </a:extLst>
            </p:cNvPr>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E2BBCDC6-5848-6119-287B-BC7B7A2163F2}"/>
                </a:ext>
              </a:extLst>
            </p:cNvPr>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a:extLst>
              <a:ext uri="{FF2B5EF4-FFF2-40B4-BE49-F238E27FC236}">
                <a16:creationId xmlns:a16="http://schemas.microsoft.com/office/drawing/2014/main" id="{CBF74287-D2BA-ECF6-126F-0C8ACCCB449D}"/>
              </a:ext>
            </a:extLst>
          </p:cNvPr>
          <p:cNvGrpSpPr/>
          <p:nvPr/>
        </p:nvGrpSpPr>
        <p:grpSpPr>
          <a:xfrm rot="5400000">
            <a:off x="8057050" y="4277050"/>
            <a:ext cx="150451" cy="512600"/>
            <a:chOff x="2990775" y="3601075"/>
            <a:chExt cx="150451" cy="512600"/>
          </a:xfrm>
        </p:grpSpPr>
        <p:sp>
          <p:nvSpPr>
            <p:cNvPr id="490" name="Google Shape;490;p36">
              <a:extLst>
                <a:ext uri="{FF2B5EF4-FFF2-40B4-BE49-F238E27FC236}">
                  <a16:creationId xmlns:a16="http://schemas.microsoft.com/office/drawing/2014/main" id="{35CB47BC-CDE5-BA7D-42D9-1FB0F28BB279}"/>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a:extLst>
                <a:ext uri="{FF2B5EF4-FFF2-40B4-BE49-F238E27FC236}">
                  <a16:creationId xmlns:a16="http://schemas.microsoft.com/office/drawing/2014/main" id="{3297EE55-C2BE-494C-4D55-40E7B50DB0A4}"/>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DF80268B-6E11-6B7F-70F1-8B601B55020A}"/>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72975041-C28A-DBAD-E01A-6500ADA42421}"/>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a:extLst>
                <a:ext uri="{FF2B5EF4-FFF2-40B4-BE49-F238E27FC236}">
                  <a16:creationId xmlns:a16="http://schemas.microsoft.com/office/drawing/2014/main" id="{E17B250D-25C8-DD94-75F6-DC26820D3943}"/>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a:extLst>
                <a:ext uri="{FF2B5EF4-FFF2-40B4-BE49-F238E27FC236}">
                  <a16:creationId xmlns:a16="http://schemas.microsoft.com/office/drawing/2014/main" id="{9D67ED5C-FE21-2CD9-F6F0-BE5C0D7AD855}"/>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C38F9C30-2330-8167-5ADB-B3CDD42825A8}"/>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1C8414C0-649A-6B86-D05F-B6DADA8DAD2E}"/>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a:extLst>
                <a:ext uri="{FF2B5EF4-FFF2-40B4-BE49-F238E27FC236}">
                  <a16:creationId xmlns:a16="http://schemas.microsoft.com/office/drawing/2014/main" id="{693FB575-233C-51FE-F9E6-8F64B407824A}"/>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a:extLst>
                <a:ext uri="{FF2B5EF4-FFF2-40B4-BE49-F238E27FC236}">
                  <a16:creationId xmlns:a16="http://schemas.microsoft.com/office/drawing/2014/main" id="{CEDEC4E4-0A63-7CB9-3B2F-E529DA061E3C}"/>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a:extLst>
              <a:ext uri="{FF2B5EF4-FFF2-40B4-BE49-F238E27FC236}">
                <a16:creationId xmlns:a16="http://schemas.microsoft.com/office/drawing/2014/main" id="{6C9DCA46-CE8F-4992-3716-8D1E902C7076}"/>
              </a:ext>
            </a:extLst>
          </p:cNvPr>
          <p:cNvGrpSpPr/>
          <p:nvPr/>
        </p:nvGrpSpPr>
        <p:grpSpPr>
          <a:xfrm>
            <a:off x="7151890" y="3274810"/>
            <a:ext cx="780917" cy="739694"/>
            <a:chOff x="5397450" y="983750"/>
            <a:chExt cx="780917" cy="739694"/>
          </a:xfrm>
        </p:grpSpPr>
        <p:sp>
          <p:nvSpPr>
            <p:cNvPr id="501" name="Google Shape;501;p36">
              <a:extLst>
                <a:ext uri="{FF2B5EF4-FFF2-40B4-BE49-F238E27FC236}">
                  <a16:creationId xmlns:a16="http://schemas.microsoft.com/office/drawing/2014/main" id="{DB6EA474-99AC-B994-F002-D52BBDBBB3C0}"/>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a:extLst>
                <a:ext uri="{FF2B5EF4-FFF2-40B4-BE49-F238E27FC236}">
                  <a16:creationId xmlns:a16="http://schemas.microsoft.com/office/drawing/2014/main" id="{BCA78BCD-0639-1753-66FA-3F777BED8E1C}"/>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a:extLst>
                <a:ext uri="{FF2B5EF4-FFF2-40B4-BE49-F238E27FC236}">
                  <a16:creationId xmlns:a16="http://schemas.microsoft.com/office/drawing/2014/main" id="{46625DC5-9879-8477-10CA-E6D8650553CA}"/>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a:extLst>
              <a:ext uri="{FF2B5EF4-FFF2-40B4-BE49-F238E27FC236}">
                <a16:creationId xmlns:a16="http://schemas.microsoft.com/office/drawing/2014/main" id="{7776FA23-C667-9EE1-EC1B-27F361EBC174}"/>
              </a:ext>
            </a:extLst>
          </p:cNvPr>
          <p:cNvGrpSpPr/>
          <p:nvPr/>
        </p:nvGrpSpPr>
        <p:grpSpPr>
          <a:xfrm>
            <a:off x="8093407" y="906687"/>
            <a:ext cx="791469" cy="739694"/>
            <a:chOff x="8352525" y="3155950"/>
            <a:chExt cx="791469" cy="739694"/>
          </a:xfrm>
        </p:grpSpPr>
        <p:sp>
          <p:nvSpPr>
            <p:cNvPr id="505" name="Google Shape;505;p36">
              <a:extLst>
                <a:ext uri="{FF2B5EF4-FFF2-40B4-BE49-F238E27FC236}">
                  <a16:creationId xmlns:a16="http://schemas.microsoft.com/office/drawing/2014/main" id="{480676DF-5CDD-C21F-978C-3634014F8CB8}"/>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a:extLst>
                <a:ext uri="{FF2B5EF4-FFF2-40B4-BE49-F238E27FC236}">
                  <a16:creationId xmlns:a16="http://schemas.microsoft.com/office/drawing/2014/main" id="{FDA40B77-61B3-A201-8316-073AC9A0CDDD}"/>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a:extLst>
                <a:ext uri="{FF2B5EF4-FFF2-40B4-BE49-F238E27FC236}">
                  <a16:creationId xmlns:a16="http://schemas.microsoft.com/office/drawing/2014/main" id="{D02F5418-23D0-42D5-2BC5-7A549202BFDB}"/>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a:extLst>
              <a:ext uri="{FF2B5EF4-FFF2-40B4-BE49-F238E27FC236}">
                <a16:creationId xmlns:a16="http://schemas.microsoft.com/office/drawing/2014/main" id="{7337020F-6D47-C7E4-808D-DEF97B262141}"/>
              </a:ext>
            </a:extLst>
          </p:cNvPr>
          <p:cNvGrpSpPr/>
          <p:nvPr/>
        </p:nvGrpSpPr>
        <p:grpSpPr>
          <a:xfrm>
            <a:off x="264180" y="3543857"/>
            <a:ext cx="791469" cy="739694"/>
            <a:chOff x="8352525" y="3155950"/>
            <a:chExt cx="791469" cy="739694"/>
          </a:xfrm>
        </p:grpSpPr>
        <p:sp>
          <p:nvSpPr>
            <p:cNvPr id="509" name="Google Shape;509;p36">
              <a:extLst>
                <a:ext uri="{FF2B5EF4-FFF2-40B4-BE49-F238E27FC236}">
                  <a16:creationId xmlns:a16="http://schemas.microsoft.com/office/drawing/2014/main" id="{10EAEEDC-23F8-F3F8-8D98-0120F8A61C6F}"/>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a:extLst>
                <a:ext uri="{FF2B5EF4-FFF2-40B4-BE49-F238E27FC236}">
                  <a16:creationId xmlns:a16="http://schemas.microsoft.com/office/drawing/2014/main" id="{3AF147D4-9BA3-A042-BD50-F17A14768D13}"/>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a:extLst>
                <a:ext uri="{FF2B5EF4-FFF2-40B4-BE49-F238E27FC236}">
                  <a16:creationId xmlns:a16="http://schemas.microsoft.com/office/drawing/2014/main" id="{B5BFD9F8-90FD-7102-B1D2-8045EDA9ABD8}"/>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a:extLst>
              <a:ext uri="{FF2B5EF4-FFF2-40B4-BE49-F238E27FC236}">
                <a16:creationId xmlns:a16="http://schemas.microsoft.com/office/drawing/2014/main" id="{AF26EC55-F112-DF48-A68B-8ECDB49E93FA}"/>
              </a:ext>
            </a:extLst>
          </p:cNvPr>
          <p:cNvGrpSpPr/>
          <p:nvPr/>
        </p:nvGrpSpPr>
        <p:grpSpPr>
          <a:xfrm rot="5400000">
            <a:off x="638000" y="1828625"/>
            <a:ext cx="150451" cy="512600"/>
            <a:chOff x="2990775" y="3601075"/>
            <a:chExt cx="150451" cy="512600"/>
          </a:xfrm>
        </p:grpSpPr>
        <p:sp>
          <p:nvSpPr>
            <p:cNvPr id="513" name="Google Shape;513;p36">
              <a:extLst>
                <a:ext uri="{FF2B5EF4-FFF2-40B4-BE49-F238E27FC236}">
                  <a16:creationId xmlns:a16="http://schemas.microsoft.com/office/drawing/2014/main" id="{B1A676F1-D08B-FB7A-CCFF-C4ABC5AEFD33}"/>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a:extLst>
                <a:ext uri="{FF2B5EF4-FFF2-40B4-BE49-F238E27FC236}">
                  <a16:creationId xmlns:a16="http://schemas.microsoft.com/office/drawing/2014/main" id="{EC5C49F6-A5BB-B45E-BE1A-0BF4C9D5E389}"/>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a:extLst>
                <a:ext uri="{FF2B5EF4-FFF2-40B4-BE49-F238E27FC236}">
                  <a16:creationId xmlns:a16="http://schemas.microsoft.com/office/drawing/2014/main" id="{A188A486-B80F-8BB4-3383-B0EB0875CF3E}"/>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a:extLst>
                <a:ext uri="{FF2B5EF4-FFF2-40B4-BE49-F238E27FC236}">
                  <a16:creationId xmlns:a16="http://schemas.microsoft.com/office/drawing/2014/main" id="{6A33DC8F-F0D7-DCD0-5C4B-D79B8F01991E}"/>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a:extLst>
                <a:ext uri="{FF2B5EF4-FFF2-40B4-BE49-F238E27FC236}">
                  <a16:creationId xmlns:a16="http://schemas.microsoft.com/office/drawing/2014/main" id="{46D0084C-26D3-CF8A-AFE8-2D41A01D6ECD}"/>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a:extLst>
                <a:ext uri="{FF2B5EF4-FFF2-40B4-BE49-F238E27FC236}">
                  <a16:creationId xmlns:a16="http://schemas.microsoft.com/office/drawing/2014/main" id="{E8462F79-303D-948A-1A55-FDAC7451D5E1}"/>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a:extLst>
                <a:ext uri="{FF2B5EF4-FFF2-40B4-BE49-F238E27FC236}">
                  <a16:creationId xmlns:a16="http://schemas.microsoft.com/office/drawing/2014/main" id="{45252E8F-38F3-A260-9698-9139DA910F6F}"/>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a:extLst>
                <a:ext uri="{FF2B5EF4-FFF2-40B4-BE49-F238E27FC236}">
                  <a16:creationId xmlns:a16="http://schemas.microsoft.com/office/drawing/2014/main" id="{00CF2961-18AC-2DC0-9E75-FD704F4E82C5}"/>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a:extLst>
                <a:ext uri="{FF2B5EF4-FFF2-40B4-BE49-F238E27FC236}">
                  <a16:creationId xmlns:a16="http://schemas.microsoft.com/office/drawing/2014/main" id="{36AEF68D-86AA-80A9-F79C-33BF55A77FE9}"/>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a:extLst>
                <a:ext uri="{FF2B5EF4-FFF2-40B4-BE49-F238E27FC236}">
                  <a16:creationId xmlns:a16="http://schemas.microsoft.com/office/drawing/2014/main" id="{DC784E74-A8F7-2B6A-1371-A1B0D542A60D}"/>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EDC617B2-903D-3216-B315-F68423D782A2}"/>
              </a:ext>
            </a:extLst>
          </p:cNvPr>
          <p:cNvPicPr>
            <a:picLocks noChangeAspect="1"/>
          </p:cNvPicPr>
          <p:nvPr/>
        </p:nvPicPr>
        <p:blipFill>
          <a:blip r:embed="rId3"/>
          <a:stretch>
            <a:fillRect/>
          </a:stretch>
        </p:blipFill>
        <p:spPr>
          <a:xfrm>
            <a:off x="2915225" y="1136099"/>
            <a:ext cx="2808626" cy="3810674"/>
          </a:xfrm>
          <a:prstGeom prst="rect">
            <a:avLst/>
          </a:prstGeom>
        </p:spPr>
      </p:pic>
    </p:spTree>
    <p:extLst>
      <p:ext uri="{BB962C8B-B14F-4D97-AF65-F5344CB8AC3E}">
        <p14:creationId xmlns:p14="http://schemas.microsoft.com/office/powerpoint/2010/main" val="4061479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4">
          <a:extLst>
            <a:ext uri="{FF2B5EF4-FFF2-40B4-BE49-F238E27FC236}">
              <a16:creationId xmlns:a16="http://schemas.microsoft.com/office/drawing/2014/main" id="{6B3808A2-DEE4-7D52-E61A-27C8B0E72C63}"/>
            </a:ext>
          </a:extLst>
        </p:cNvPr>
        <p:cNvGrpSpPr/>
        <p:nvPr/>
      </p:nvGrpSpPr>
      <p:grpSpPr>
        <a:xfrm>
          <a:off x="0" y="0"/>
          <a:ext cx="0" cy="0"/>
          <a:chOff x="0" y="0"/>
          <a:chExt cx="0" cy="0"/>
        </a:xfrm>
      </p:grpSpPr>
      <p:sp>
        <p:nvSpPr>
          <p:cNvPr id="585" name="Google Shape;585;p39">
            <a:extLst>
              <a:ext uri="{FF2B5EF4-FFF2-40B4-BE49-F238E27FC236}">
                <a16:creationId xmlns:a16="http://schemas.microsoft.com/office/drawing/2014/main" id="{9E05F213-6429-0F6A-473E-B145003EF614}"/>
              </a:ext>
            </a:extLst>
          </p:cNvPr>
          <p:cNvSpPr txBox="1">
            <a:spLocks noGrp="1"/>
          </p:cNvSpPr>
          <p:nvPr>
            <p:ph type="title"/>
          </p:nvPr>
        </p:nvSpPr>
        <p:spPr>
          <a:xfrm>
            <a:off x="2181975" y="598010"/>
            <a:ext cx="4780048" cy="61074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latin typeface="Daytona" panose="020B0604030500040204" pitchFamily="34" charset="0"/>
              </a:rPr>
              <a:t>Selection of Design</a:t>
            </a:r>
          </a:p>
        </p:txBody>
      </p:sp>
      <p:grpSp>
        <p:nvGrpSpPr>
          <p:cNvPr id="590" name="Google Shape;590;p39">
            <a:extLst>
              <a:ext uri="{FF2B5EF4-FFF2-40B4-BE49-F238E27FC236}">
                <a16:creationId xmlns:a16="http://schemas.microsoft.com/office/drawing/2014/main" id="{54F2A83F-C018-DC25-199A-0F71AF7352DD}"/>
              </a:ext>
            </a:extLst>
          </p:cNvPr>
          <p:cNvGrpSpPr/>
          <p:nvPr/>
        </p:nvGrpSpPr>
        <p:grpSpPr>
          <a:xfrm rot="-5400000">
            <a:off x="8185425" y="254050"/>
            <a:ext cx="791469" cy="739694"/>
            <a:chOff x="8352525" y="3155950"/>
            <a:chExt cx="791469" cy="739694"/>
          </a:xfrm>
        </p:grpSpPr>
        <p:sp>
          <p:nvSpPr>
            <p:cNvPr id="591" name="Google Shape;591;p39">
              <a:extLst>
                <a:ext uri="{FF2B5EF4-FFF2-40B4-BE49-F238E27FC236}">
                  <a16:creationId xmlns:a16="http://schemas.microsoft.com/office/drawing/2014/main" id="{0020AFE9-EC2B-4BDF-DF9F-5277071AB2A0}"/>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9">
              <a:extLst>
                <a:ext uri="{FF2B5EF4-FFF2-40B4-BE49-F238E27FC236}">
                  <a16:creationId xmlns:a16="http://schemas.microsoft.com/office/drawing/2014/main" id="{95CC4B6B-0F3F-A165-7CDA-FED3B7E519B5}"/>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a:extLst>
                <a:ext uri="{FF2B5EF4-FFF2-40B4-BE49-F238E27FC236}">
                  <a16:creationId xmlns:a16="http://schemas.microsoft.com/office/drawing/2014/main" id="{B221C7B7-8712-673C-39F5-9FC24064E28C}"/>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a:extLst>
              <a:ext uri="{FF2B5EF4-FFF2-40B4-BE49-F238E27FC236}">
                <a16:creationId xmlns:a16="http://schemas.microsoft.com/office/drawing/2014/main" id="{5F1B7AA8-FE30-36C8-525C-017899B1FB8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428" b="94918" l="6452" r="96869">
                        <a14:foregroundMark x1="31973" y1="21525" x2="31120" y2="21973"/>
                        <a14:foregroundMark x1="26565" y1="28999" x2="26565" y2="28999"/>
                        <a14:foregroundMark x1="25901" y1="31241" x2="25901" y2="31241"/>
                        <a14:foregroundMark x1="24004" y1="37220" x2="24004" y2="37220"/>
                        <a14:foregroundMark x1="25901" y1="47534" x2="25901" y2="47534"/>
                        <a14:foregroundMark x1="25901" y1="51570" x2="25901" y2="51570"/>
                        <a14:foregroundMark x1="29507" y1="67115" x2="29507" y2="67115"/>
                        <a14:foregroundMark x1="31309" y1="74589" x2="31309" y2="74589"/>
                        <a14:foregroundMark x1="31404" y1="76682" x2="26471" y2="53662"/>
                        <a14:foregroundMark x1="26471" y1="53662" x2="20019" y2="40359"/>
                        <a14:foregroundMark x1="20019" y1="40359" x2="20588" y2="63827"/>
                        <a14:foregroundMark x1="20588" y1="63827" x2="14231" y2="58445"/>
                        <a14:foregroundMark x1="25522" y1="23169" x2="26186" y2="22571"/>
                        <a14:foregroundMark x1="29696" y1="15546" x2="29696" y2="15546"/>
                        <a14:foregroundMark x1="28368" y1="15396" x2="28368" y2="15396"/>
                        <a14:foregroundMark x1="30171" y1="24514" x2="30455" y2="25112"/>
                        <a14:foregroundMark x1="32068" y1="14200" x2="32068" y2="14200"/>
                        <a14:foregroundMark x1="31689" y1="12407" x2="31689" y2="12407"/>
                        <a14:foregroundMark x1="32543" y1="9567" x2="32543" y2="9567"/>
                        <a14:foregroundMark x1="24004" y1="14499" x2="24004" y2="14499"/>
                        <a14:foregroundMark x1="10721" y1="35575" x2="10721" y2="35575"/>
                        <a14:foregroundMark x1="14896" y1="57997" x2="14896" y2="58744"/>
                        <a14:foregroundMark x1="32353" y1="82810" x2="32353" y2="82810"/>
                        <a14:foregroundMark x1="32353" y1="82810" x2="32353" y2="82810"/>
                        <a14:foregroundMark x1="25901" y1="82810" x2="25901" y2="82810"/>
                        <a14:foregroundMark x1="25901" y1="82661" x2="25901" y2="82661"/>
                        <a14:foregroundMark x1="31689" y1="89836" x2="22770" y2="83558"/>
                        <a14:foregroundMark x1="22770" y1="83558" x2="28083" y2="85052"/>
                        <a14:foregroundMark x1="69829" y1="88789" x2="77704" y2="72795"/>
                        <a14:foregroundMark x1="77704" y1="72795" x2="80550" y2="61136"/>
                        <a14:foregroundMark x1="75237" y1="50972" x2="74858" y2="46487"/>
                        <a14:foregroundMark x1="71347" y1="34529" x2="71347" y2="34529"/>
                        <a14:foregroundMark x1="73624" y1="34679" x2="73624" y2="34679"/>
                        <a14:foregroundMark x1="73909" y1="34679" x2="74288" y2="33931"/>
                        <a14:foregroundMark x1="79412" y1="42003" x2="81879" y2="43049"/>
                        <a14:foregroundMark x1="82827" y1="43946" x2="83207" y2="44245"/>
                        <a14:foregroundMark x1="84725" y1="45740" x2="85484" y2="45441"/>
                        <a14:foregroundMark x1="83112" y1="36921" x2="81594" y2="34529"/>
                        <a14:foregroundMark x1="76755" y1="27205" x2="73245" y2="22123"/>
                        <a14:foregroundMark x1="69165" y1="16891" x2="68216" y2="15097"/>
                        <a14:foregroundMark x1="66319" y1="13453" x2="66319" y2="13453"/>
                        <a14:foregroundMark x1="70493" y1="15396" x2="70493" y2="15396"/>
                        <a14:foregroundMark x1="72296" y1="14649" x2="72296" y2="14649"/>
                        <a14:foregroundMark x1="70778" y1="11510" x2="70398" y2="11061"/>
                        <a14:foregroundMark x1="64326" y1="9417" x2="64326" y2="9417"/>
                        <a14:foregroundMark x1="64801" y1="9118" x2="66224" y2="8969"/>
                        <a14:foregroundMark x1="73909" y1="10912" x2="73909" y2="10912"/>
                        <a14:foregroundMark x1="74668" y1="12407" x2="74668" y2="12407"/>
                        <a14:foregroundMark x1="79696" y1="21226" x2="79696" y2="21226"/>
                        <a14:foregroundMark x1="85674" y1="27952" x2="85674" y2="27952"/>
                        <a14:foregroundMark x1="89564" y1="29447" x2="89564" y2="29447"/>
                        <a14:foregroundMark x1="89089" y1="28102" x2="89089" y2="28102"/>
                        <a14:foregroundMark x1="90038" y1="40508" x2="90512" y2="40957"/>
                        <a14:foregroundMark x1="92030" y1="44694" x2="93359" y2="46487"/>
                        <a14:foregroundMark x1="92410" y1="40658" x2="93738" y2="60090"/>
                        <a14:foregroundMark x1="93738" y1="60090" x2="87856" y2="81016"/>
                        <a14:foregroundMark x1="87856" y1="81016" x2="74953" y2="85501"/>
                        <a14:foregroundMark x1="74953" y1="85501" x2="77040" y2="28999"/>
                        <a14:foregroundMark x1="77040" y1="28999" x2="75427" y2="16891"/>
                        <a14:foregroundMark x1="86907" y1="53961" x2="83681" y2="36173"/>
                        <a14:foregroundMark x1="83681" y1="36173" x2="76945" y2="19432"/>
                        <a14:foregroundMark x1="76945" y1="19432" x2="67742" y2="8819"/>
                        <a14:foregroundMark x1="67742" y1="8819" x2="69165" y2="73543"/>
                        <a14:foregroundMark x1="69165" y1="73543" x2="58539" y2="90882"/>
                        <a14:foregroundMark x1="58539" y1="90882" x2="69070" y2="95516"/>
                        <a14:foregroundMark x1="69070" y1="95516" x2="79317" y2="89238"/>
                        <a14:foregroundMark x1="79317" y1="89238" x2="87666" y2="77130"/>
                        <a14:foregroundMark x1="87666" y1="77130" x2="93454" y2="62182"/>
                        <a14:foregroundMark x1="93454" y1="62182" x2="92600" y2="28700"/>
                        <a14:foregroundMark x1="92600" y1="28700" x2="85294" y2="16293"/>
                        <a14:foregroundMark x1="85294" y1="16293" x2="72201" y2="8072"/>
                        <a14:foregroundMark x1="72201" y1="8072" x2="58634" y2="6428"/>
                        <a14:foregroundMark x1="41556" y1="7175" x2="33017" y2="7025"/>
                        <a14:foregroundMark x1="33017" y1="7025" x2="18880" y2="19133"/>
                        <a14:foregroundMark x1="18880" y1="19133" x2="12713" y2="32436"/>
                        <a14:foregroundMark x1="12713" y1="32436" x2="8539" y2="51271"/>
                        <a14:foregroundMark x1="8539" y1="51271" x2="11006" y2="71001"/>
                        <a14:foregroundMark x1="11006" y1="71001" x2="19165" y2="88490"/>
                        <a14:foregroundMark x1="19165" y1="88490" x2="29127" y2="97010"/>
                        <a14:foregroundMark x1="29127" y1="97010" x2="38805" y2="95067"/>
                        <a14:foregroundMark x1="32243" y1="49043" x2="29981" y2="33184"/>
                        <a14:foregroundMark x1="32752" y1="52608" x2="32246" y2="49060"/>
                        <a14:foregroundMark x1="38805" y1="95067" x2="35842" y2="74290"/>
                        <a14:foregroundMark x1="29981" y1="33184" x2="42220" y2="9567"/>
                        <a14:foregroundMark x1="30361" y1="24963" x2="11290" y2="33184"/>
                        <a14:foregroundMark x1="11290" y1="33184" x2="16319" y2="57848"/>
                        <a14:foregroundMark x1="16319" y1="57848" x2="25617" y2="69357"/>
                        <a14:foregroundMark x1="31216" y1="55605" x2="31338" y2="55305"/>
                        <a14:foregroundMark x1="25617" y1="69357" x2="31216" y2="55605"/>
                        <a14:foregroundMark x1="32036" y1="53214" x2="29127" y2="25710"/>
                        <a14:foregroundMark x1="29981" y1="27504" x2="17173" y2="27803"/>
                        <a14:foregroundMark x1="17173" y1="27803" x2="21537" y2="47534"/>
                        <a14:foregroundMark x1="21537" y1="47534" x2="29791" y2="46936"/>
                        <a14:foregroundMark x1="29791" y1="46936" x2="27419" y2="32735"/>
                        <a14:foregroundMark x1="27419" y1="32735" x2="28368" y2="26906"/>
                        <a14:foregroundMark x1="29127" y1="4185" x2="15275" y2="16891"/>
                        <a14:foregroundMark x1="15275" y1="16891" x2="9867" y2="28849"/>
                        <a14:foregroundMark x1="9867" y1="28849" x2="7970" y2="68161"/>
                        <a14:foregroundMark x1="7970" y1="68161" x2="8159" y2="70703"/>
                        <a14:foregroundMark x1="32543" y1="91181" x2="25332" y2="84305"/>
                        <a14:foregroundMark x1="25332" y1="84305" x2="16034" y2="58146"/>
                        <a14:foregroundMark x1="16034" y1="58146" x2="24573" y2="54260"/>
                        <a14:foregroundMark x1="24573" y1="54260" x2="31120" y2="64574"/>
                        <a14:foregroundMark x1="31247" y1="65172" x2="35579" y2="85650"/>
                        <a14:foregroundMark x1="31120" y1="64574" x2="31247" y2="65172"/>
                        <a14:foregroundMark x1="35579" y1="85650" x2="31594" y2="90284"/>
                        <a14:foregroundMark x1="48197" y1="59791" x2="48197" y2="59791"/>
                        <a14:foregroundMark x1="51708" y1="39163" x2="51708" y2="39163"/>
                        <a14:foregroundMark x1="53605" y1="28102" x2="40417" y2="41256"/>
                        <a14:foregroundMark x1="40417" y1="41256" x2="45351" y2="62033"/>
                        <a14:foregroundMark x1="45351" y1="62033" x2="55882" y2="74888"/>
                        <a14:foregroundMark x1="55882" y1="74888" x2="57685" y2="47235"/>
                        <a14:foregroundMark x1="57685" y1="47235" x2="55503" y2="30942"/>
                        <a14:foregroundMark x1="50190" y1="49776" x2="50000" y2="50523"/>
                        <a14:foregroundMark x1="49431" y1="47683" x2="49431" y2="47683"/>
                        <a14:foregroundMark x1="50000" y1="42152" x2="50000" y2="42152"/>
                        <a14:foregroundMark x1="53510" y1="39163" x2="53605" y2="39910"/>
                        <a14:foregroundMark x1="53605" y1="18535" x2="45636" y2="24066"/>
                        <a14:foregroundMark x1="45636" y1="24066" x2="40512" y2="42451"/>
                        <a14:foregroundMark x1="40512" y1="42451" x2="41935" y2="67115"/>
                        <a14:foregroundMark x1="41935" y1="67115" x2="46964" y2="83259"/>
                        <a14:foregroundMark x1="46964" y1="83259" x2="55787" y2="80717"/>
                        <a14:foregroundMark x1="55787" y1="80717" x2="60247" y2="68610"/>
                        <a14:foregroundMark x1="60247" y1="68610" x2="58539" y2="37967"/>
                        <a14:foregroundMark x1="58539" y1="37967" x2="52657" y2="20179"/>
                        <a14:foregroundMark x1="49431" y1="59641" x2="49431" y2="59641"/>
                        <a14:foregroundMark x1="52372" y1="52616" x2="52372" y2="52616"/>
                        <a14:foregroundMark x1="50000" y1="53961" x2="50000" y2="53961"/>
                        <a14:foregroundMark x1="49526" y1="54111" x2="49146" y2="54111"/>
                        <a14:foregroundMark x1="46490" y1="54111" x2="46490" y2="54111"/>
                        <a14:foregroundMark x1="53890" y1="53064" x2="53890" y2="53064"/>
                        <a14:foregroundMark x1="53036" y1="51719" x2="53036" y2="51719"/>
                        <a14:foregroundMark x1="8159" y1="42152" x2="8159" y2="42152"/>
                        <a14:foregroundMark x1="8159" y1="50224" x2="8159" y2="50224"/>
                        <a14:foregroundMark x1="7116" y1="50673" x2="7116" y2="50673"/>
                        <a14:foregroundMark x1="7116" y1="50673" x2="7116" y2="50673"/>
                        <a14:foregroundMark x1="6452" y1="48729" x2="6452" y2="48729"/>
                        <a14:foregroundMark x1="6452" y1="48729" x2="6452" y2="48729"/>
                        <a14:foregroundMark x1="7495" y1="47085" x2="7495" y2="47085"/>
                        <a14:foregroundMark x1="7211" y1="46936" x2="7211" y2="46936"/>
                        <a14:foregroundMark x1="7211" y1="46936" x2="7211" y2="46936"/>
                        <a14:foregroundMark x1="61480" y1="43199" x2="61480" y2="43199"/>
                        <a14:foregroundMark x1="61575" y1="43199" x2="61575" y2="43199"/>
                        <a14:foregroundMark x1="61006" y1="43199" x2="61006" y2="43199"/>
                        <a14:foregroundMark x1="61006" y1="42601" x2="61006" y2="42601"/>
                        <a14:foregroundMark x1="96869" y1="49178" x2="96869" y2="49178"/>
                        <a14:foregroundMark x1="52657" y1="39013" x2="52657" y2="39013"/>
                        <a14:foregroundMark x1="51708" y1="32735" x2="51708" y2="32735"/>
                        <a14:foregroundMark x1="50664" y1="35127" x2="51044" y2="35426"/>
                        <a14:foregroundMark x1="53036" y1="36472" x2="53036" y2="36472"/>
                        <a14:backgroundMark x1="35104" y1="57997" x2="35104" y2="57997"/>
                        <a14:backgroundMark x1="33966" y1="60239" x2="33966" y2="60239"/>
                        <a14:backgroundMark x1="33966" y1="60239" x2="33966" y2="60239"/>
                        <a14:backgroundMark x1="33776" y1="61136" x2="33776" y2="61136"/>
                        <a14:backgroundMark x1="33586" y1="59791" x2="33586" y2="59791"/>
                        <a14:backgroundMark x1="33966" y1="63229" x2="33966" y2="63229"/>
                        <a14:backgroundMark x1="34535" y1="65022" x2="34535" y2="65022"/>
                        <a14:backgroundMark x1="35104" y1="67564" x2="35104" y2="67564"/>
                        <a14:backgroundMark x1="35199" y1="66667" x2="35199" y2="66667"/>
                        <a14:backgroundMark x1="35484" y1="68012" x2="35484" y2="68012"/>
                        <a14:backgroundMark x1="34535" y1="65770" x2="34535" y2="65770"/>
                        <a14:backgroundMark x1="33776" y1="63079" x2="33586" y2="62481"/>
                        <a14:backgroundMark x1="33207" y1="61734" x2="33207" y2="61734"/>
                        <a14:backgroundMark x1="33491" y1="58595" x2="33491" y2="58595"/>
                        <a14:backgroundMark x1="33302" y1="57100" x2="33302" y2="57100"/>
                        <a14:backgroundMark x1="32827" y1="55605" x2="32827" y2="55605"/>
                        <a14:backgroundMark x1="32543" y1="55007" x2="32543" y2="55007"/>
                        <a14:backgroundMark x1="32543" y1="54709" x2="32543" y2="54709"/>
                        <a14:backgroundMark x1="32638" y1="57549" x2="32638" y2="57549"/>
                        <a14:backgroundMark x1="33017" y1="57250" x2="33017" y2="57250"/>
                        <a14:backgroundMark x1="32543" y1="54111" x2="32543" y2="54111"/>
                        <a14:backgroundMark x1="32638" y1="53214" x2="32638" y2="53214"/>
                        <a14:backgroundMark x1="33017" y1="53064" x2="34440" y2="60538"/>
                        <a14:backgroundMark x1="34440" y1="63976" x2="35199" y2="67265"/>
                        <a14:backgroundMark x1="35199" y1="67265" x2="36338" y2="71151"/>
                        <a14:backgroundMark x1="36338" y1="72048" x2="36338" y2="72048"/>
                        <a14:backgroundMark x1="36053" y1="73991" x2="36053" y2="73991"/>
                        <a14:backgroundMark x1="35674" y1="71300" x2="35104" y2="70553"/>
                        <a14:backgroundMark x1="34535" y1="69507" x2="33966" y2="68012"/>
                        <a14:backgroundMark x1="33017" y1="65172" x2="33017" y2="65172"/>
                        <a14:backgroundMark x1="33871" y1="61584" x2="33871" y2="61584"/>
                        <a14:backgroundMark x1="34440" y1="62481" x2="34440" y2="62481"/>
                        <a14:backgroundMark x1="34440" y1="61584" x2="34440" y2="61584"/>
                        <a14:backgroundMark x1="36053" y1="66069" x2="33017" y2="52466"/>
                        <a14:backgroundMark x1="33017" y1="52466" x2="36717" y2="69058"/>
                        <a14:backgroundMark x1="36717" y1="69058" x2="36717" y2="74290"/>
                      </a14:backgroundRemoval>
                    </a14:imgEffect>
                    <a14:imgEffect>
                      <a14:sharpenSoften amount="15000"/>
                    </a14:imgEffect>
                  </a14:imgLayer>
                </a14:imgProps>
              </a:ext>
            </a:extLst>
          </a:blip>
          <a:stretch>
            <a:fillRect/>
          </a:stretch>
        </p:blipFill>
        <p:spPr>
          <a:xfrm>
            <a:off x="2721815" y="2230108"/>
            <a:ext cx="3700369" cy="2348716"/>
          </a:xfrm>
          <a:prstGeom prst="rect">
            <a:avLst/>
          </a:prstGeom>
        </p:spPr>
      </p:pic>
      <p:sp>
        <p:nvSpPr>
          <p:cNvPr id="14" name="TextBox 13">
            <a:extLst>
              <a:ext uri="{FF2B5EF4-FFF2-40B4-BE49-F238E27FC236}">
                <a16:creationId xmlns:a16="http://schemas.microsoft.com/office/drawing/2014/main" id="{E83AB810-7063-4D8C-BF0D-9339BE4BF731}"/>
              </a:ext>
            </a:extLst>
          </p:cNvPr>
          <p:cNvSpPr txBox="1"/>
          <p:nvPr/>
        </p:nvSpPr>
        <p:spPr>
          <a:xfrm>
            <a:off x="2382173" y="1457822"/>
            <a:ext cx="4379652" cy="523220"/>
          </a:xfrm>
          <a:prstGeom prst="rect">
            <a:avLst/>
          </a:prstGeom>
          <a:noFill/>
        </p:spPr>
        <p:txBody>
          <a:bodyPr wrap="square">
            <a:spAutoFit/>
          </a:bodyPr>
          <a:lstStyle/>
          <a:p>
            <a:pPr algn="ctr"/>
            <a:r>
              <a:rPr lang="en-US" dirty="0">
                <a:latin typeface="Daytona" panose="020B0604030500040204" pitchFamily="34" charset="0"/>
              </a:rPr>
              <a:t>A combination of qualitative and quantitative  research method is used to get the best results. </a:t>
            </a:r>
          </a:p>
        </p:txBody>
      </p:sp>
    </p:spTree>
    <p:extLst>
      <p:ext uri="{BB962C8B-B14F-4D97-AF65-F5344CB8AC3E}">
        <p14:creationId xmlns:p14="http://schemas.microsoft.com/office/powerpoint/2010/main" val="253076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4">
          <a:extLst>
            <a:ext uri="{FF2B5EF4-FFF2-40B4-BE49-F238E27FC236}">
              <a16:creationId xmlns:a16="http://schemas.microsoft.com/office/drawing/2014/main" id="{092BF878-E470-B9CE-6950-FBE9B34592EC}"/>
            </a:ext>
          </a:extLst>
        </p:cNvPr>
        <p:cNvGrpSpPr/>
        <p:nvPr/>
      </p:nvGrpSpPr>
      <p:grpSpPr>
        <a:xfrm>
          <a:off x="0" y="0"/>
          <a:ext cx="0" cy="0"/>
          <a:chOff x="0" y="0"/>
          <a:chExt cx="0" cy="0"/>
        </a:xfrm>
      </p:grpSpPr>
      <p:sp>
        <p:nvSpPr>
          <p:cNvPr id="585" name="Google Shape;585;p39">
            <a:extLst>
              <a:ext uri="{FF2B5EF4-FFF2-40B4-BE49-F238E27FC236}">
                <a16:creationId xmlns:a16="http://schemas.microsoft.com/office/drawing/2014/main" id="{03574793-CAFC-3941-BA9A-B1684E8F4BBE}"/>
              </a:ext>
            </a:extLst>
          </p:cNvPr>
          <p:cNvSpPr txBox="1">
            <a:spLocks noGrp="1"/>
          </p:cNvSpPr>
          <p:nvPr>
            <p:ph type="title"/>
          </p:nvPr>
        </p:nvSpPr>
        <p:spPr>
          <a:xfrm>
            <a:off x="2302530" y="828519"/>
            <a:ext cx="4780048" cy="66996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rPr>
              <a:t>Components</a:t>
            </a:r>
          </a:p>
        </p:txBody>
      </p:sp>
      <p:sp>
        <p:nvSpPr>
          <p:cNvPr id="586" name="Google Shape;586;p39">
            <a:extLst>
              <a:ext uri="{FF2B5EF4-FFF2-40B4-BE49-F238E27FC236}">
                <a16:creationId xmlns:a16="http://schemas.microsoft.com/office/drawing/2014/main" id="{23AD4B9A-2D45-0614-6A40-5B243728E237}"/>
              </a:ext>
            </a:extLst>
          </p:cNvPr>
          <p:cNvSpPr txBox="1">
            <a:spLocks noGrp="1"/>
          </p:cNvSpPr>
          <p:nvPr>
            <p:ph type="subTitle" idx="1"/>
          </p:nvPr>
        </p:nvSpPr>
        <p:spPr>
          <a:xfrm>
            <a:off x="4613738" y="2689024"/>
            <a:ext cx="3475061" cy="192751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This component aims to capture the user experience and perception of the Aquabot system. Through surveys, interviews, or feedback sessions, qualitative methods will help understand how users interact with the system, their satisfaction levels, and any improvements they suggest.</a:t>
            </a:r>
          </a:p>
        </p:txBody>
      </p:sp>
      <p:sp>
        <p:nvSpPr>
          <p:cNvPr id="587" name="Google Shape;587;p39">
            <a:extLst>
              <a:ext uri="{FF2B5EF4-FFF2-40B4-BE49-F238E27FC236}">
                <a16:creationId xmlns:a16="http://schemas.microsoft.com/office/drawing/2014/main" id="{B9C2C2C0-7954-8DF8-1C71-8649E2853019}"/>
              </a:ext>
            </a:extLst>
          </p:cNvPr>
          <p:cNvSpPr txBox="1">
            <a:spLocks noGrp="1"/>
          </p:cNvSpPr>
          <p:nvPr>
            <p:ph type="subTitle" idx="2"/>
          </p:nvPr>
        </p:nvSpPr>
        <p:spPr>
          <a:xfrm>
            <a:off x="1088976" y="2713847"/>
            <a:ext cx="3475061" cy="193769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This aspect focuses on collecting numerical data through sensors integrated into the smart pond system. These sensors will monitor various environmental factors such as water quality, temperature, and pH levels, providing valuable data for system performance analysis.</a:t>
            </a:r>
          </a:p>
        </p:txBody>
      </p:sp>
      <p:sp>
        <p:nvSpPr>
          <p:cNvPr id="588" name="Google Shape;588;p39">
            <a:extLst>
              <a:ext uri="{FF2B5EF4-FFF2-40B4-BE49-F238E27FC236}">
                <a16:creationId xmlns:a16="http://schemas.microsoft.com/office/drawing/2014/main" id="{424EF74F-6C6B-A313-C3F1-0D9518511159}"/>
              </a:ext>
            </a:extLst>
          </p:cNvPr>
          <p:cNvSpPr txBox="1">
            <a:spLocks noGrp="1"/>
          </p:cNvSpPr>
          <p:nvPr>
            <p:ph type="subTitle" idx="3"/>
          </p:nvPr>
        </p:nvSpPr>
        <p:spPr>
          <a:xfrm>
            <a:off x="5071023" y="2281421"/>
            <a:ext cx="2560493" cy="41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latin typeface="Daytona" panose="020B0604030500040204" pitchFamily="34" charset="0"/>
              </a:rPr>
              <a:t>Qualitative Component</a:t>
            </a:r>
          </a:p>
        </p:txBody>
      </p:sp>
      <p:sp>
        <p:nvSpPr>
          <p:cNvPr id="589" name="Google Shape;589;p39">
            <a:extLst>
              <a:ext uri="{FF2B5EF4-FFF2-40B4-BE49-F238E27FC236}">
                <a16:creationId xmlns:a16="http://schemas.microsoft.com/office/drawing/2014/main" id="{3D5D388B-DDDF-A538-825A-BCCC2A64685F}"/>
              </a:ext>
            </a:extLst>
          </p:cNvPr>
          <p:cNvSpPr txBox="1">
            <a:spLocks noGrp="1"/>
          </p:cNvSpPr>
          <p:nvPr>
            <p:ph type="subTitle" idx="4"/>
          </p:nvPr>
        </p:nvSpPr>
        <p:spPr>
          <a:xfrm>
            <a:off x="1515420" y="2286275"/>
            <a:ext cx="2638107" cy="41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t>Quantitative Component</a:t>
            </a:r>
          </a:p>
        </p:txBody>
      </p:sp>
      <p:grpSp>
        <p:nvGrpSpPr>
          <p:cNvPr id="590" name="Google Shape;590;p39">
            <a:extLst>
              <a:ext uri="{FF2B5EF4-FFF2-40B4-BE49-F238E27FC236}">
                <a16:creationId xmlns:a16="http://schemas.microsoft.com/office/drawing/2014/main" id="{291FC4D5-F1DE-F07E-01F1-BA068F2B3ECF}"/>
              </a:ext>
            </a:extLst>
          </p:cNvPr>
          <p:cNvGrpSpPr/>
          <p:nvPr/>
        </p:nvGrpSpPr>
        <p:grpSpPr>
          <a:xfrm rot="-5400000">
            <a:off x="8185425" y="254050"/>
            <a:ext cx="791469" cy="739694"/>
            <a:chOff x="8352525" y="3155950"/>
            <a:chExt cx="791469" cy="739694"/>
          </a:xfrm>
        </p:grpSpPr>
        <p:sp>
          <p:nvSpPr>
            <p:cNvPr id="591" name="Google Shape;591;p39">
              <a:extLst>
                <a:ext uri="{FF2B5EF4-FFF2-40B4-BE49-F238E27FC236}">
                  <a16:creationId xmlns:a16="http://schemas.microsoft.com/office/drawing/2014/main" id="{E28AAF13-77AB-BD7A-C23E-5220F74D27E1}"/>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9">
              <a:extLst>
                <a:ext uri="{FF2B5EF4-FFF2-40B4-BE49-F238E27FC236}">
                  <a16:creationId xmlns:a16="http://schemas.microsoft.com/office/drawing/2014/main" id="{E504F49B-D2A5-7CD3-9B9A-CDBF30C2E419}"/>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a:extLst>
                <a:ext uri="{FF2B5EF4-FFF2-40B4-BE49-F238E27FC236}">
                  <a16:creationId xmlns:a16="http://schemas.microsoft.com/office/drawing/2014/main" id="{98848EB2-DC0F-481D-C7CB-C2DB89AAF029}"/>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 name="Google Shape;594;p39">
            <a:extLst>
              <a:ext uri="{FF2B5EF4-FFF2-40B4-BE49-F238E27FC236}">
                <a16:creationId xmlns:a16="http://schemas.microsoft.com/office/drawing/2014/main" id="{1CB227D5-DE3C-6359-3A37-BAADB1C271B4}"/>
              </a:ext>
            </a:extLst>
          </p:cNvPr>
          <p:cNvGrpSpPr/>
          <p:nvPr/>
        </p:nvGrpSpPr>
        <p:grpSpPr>
          <a:xfrm>
            <a:off x="6142018" y="1743945"/>
            <a:ext cx="356556" cy="349557"/>
            <a:chOff x="-22863675" y="3131775"/>
            <a:chExt cx="299300" cy="293425"/>
          </a:xfrm>
        </p:grpSpPr>
        <p:sp>
          <p:nvSpPr>
            <p:cNvPr id="595" name="Google Shape;595;p39">
              <a:extLst>
                <a:ext uri="{FF2B5EF4-FFF2-40B4-BE49-F238E27FC236}">
                  <a16:creationId xmlns:a16="http://schemas.microsoft.com/office/drawing/2014/main" id="{E1AF7504-8C3C-D4C8-2B64-32FA918E4F07}"/>
                </a:ext>
              </a:extLst>
            </p:cNvPr>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9">
              <a:extLst>
                <a:ext uri="{FF2B5EF4-FFF2-40B4-BE49-F238E27FC236}">
                  <a16:creationId xmlns:a16="http://schemas.microsoft.com/office/drawing/2014/main" id="{E8D32EAE-6DE4-02E2-AC91-E5AF58FC78D5}"/>
                </a:ext>
              </a:extLst>
            </p:cNvPr>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9">
              <a:extLst>
                <a:ext uri="{FF2B5EF4-FFF2-40B4-BE49-F238E27FC236}">
                  <a16:creationId xmlns:a16="http://schemas.microsoft.com/office/drawing/2014/main" id="{BFB0CD08-A9A9-392D-08F9-8F4AE3B0907D}"/>
                </a:ext>
              </a:extLst>
            </p:cNvPr>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39">
            <a:extLst>
              <a:ext uri="{FF2B5EF4-FFF2-40B4-BE49-F238E27FC236}">
                <a16:creationId xmlns:a16="http://schemas.microsoft.com/office/drawing/2014/main" id="{D4AE77E4-8D35-BFEC-8089-B41F97E87B8E}"/>
              </a:ext>
            </a:extLst>
          </p:cNvPr>
          <p:cNvGrpSpPr/>
          <p:nvPr/>
        </p:nvGrpSpPr>
        <p:grpSpPr>
          <a:xfrm>
            <a:off x="2668407" y="1742324"/>
            <a:ext cx="310602" cy="352803"/>
            <a:chOff x="-28069875" y="3175300"/>
            <a:chExt cx="260725" cy="296150"/>
          </a:xfrm>
        </p:grpSpPr>
        <p:sp>
          <p:nvSpPr>
            <p:cNvPr id="599" name="Google Shape;599;p39">
              <a:extLst>
                <a:ext uri="{FF2B5EF4-FFF2-40B4-BE49-F238E27FC236}">
                  <a16:creationId xmlns:a16="http://schemas.microsoft.com/office/drawing/2014/main" id="{13E1FD09-7226-06FE-6FF8-7D6B4C866352}"/>
                </a:ext>
              </a:extLst>
            </p:cNvPr>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9">
              <a:extLst>
                <a:ext uri="{FF2B5EF4-FFF2-40B4-BE49-F238E27FC236}">
                  <a16:creationId xmlns:a16="http://schemas.microsoft.com/office/drawing/2014/main" id="{051A6BF0-5930-3B40-6E1D-4B0A82384A56}"/>
                </a:ext>
              </a:extLst>
            </p:cNvPr>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9">
              <a:extLst>
                <a:ext uri="{FF2B5EF4-FFF2-40B4-BE49-F238E27FC236}">
                  <a16:creationId xmlns:a16="http://schemas.microsoft.com/office/drawing/2014/main" id="{A3BFC079-85E3-9F6E-AD9E-FEFDAA5523EC}"/>
                </a:ext>
              </a:extLst>
            </p:cNvPr>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9">
              <a:extLst>
                <a:ext uri="{FF2B5EF4-FFF2-40B4-BE49-F238E27FC236}">
                  <a16:creationId xmlns:a16="http://schemas.microsoft.com/office/drawing/2014/main" id="{25C002F6-79C6-DEED-AE74-9BA46A0C46F3}"/>
                </a:ext>
              </a:extLst>
            </p:cNvPr>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9">
              <a:extLst>
                <a:ext uri="{FF2B5EF4-FFF2-40B4-BE49-F238E27FC236}">
                  <a16:creationId xmlns:a16="http://schemas.microsoft.com/office/drawing/2014/main" id="{32AC2AA8-A102-09C0-1FC8-5A4DC698D1F7}"/>
                </a:ext>
              </a:extLst>
            </p:cNvPr>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9">
              <a:extLst>
                <a:ext uri="{FF2B5EF4-FFF2-40B4-BE49-F238E27FC236}">
                  <a16:creationId xmlns:a16="http://schemas.microsoft.com/office/drawing/2014/main" id="{25E87B26-B711-030E-649C-7D633DFDF903}"/>
                </a:ext>
              </a:extLst>
            </p:cNvPr>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9">
              <a:extLst>
                <a:ext uri="{FF2B5EF4-FFF2-40B4-BE49-F238E27FC236}">
                  <a16:creationId xmlns:a16="http://schemas.microsoft.com/office/drawing/2014/main" id="{F3862719-9910-41A2-B1AD-BE57214B900D}"/>
                </a:ext>
              </a:extLst>
            </p:cNvPr>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9">
              <a:extLst>
                <a:ext uri="{FF2B5EF4-FFF2-40B4-BE49-F238E27FC236}">
                  <a16:creationId xmlns:a16="http://schemas.microsoft.com/office/drawing/2014/main" id="{40EF2FE9-44F3-F4EC-76CD-2D36F893343F}"/>
                </a:ext>
              </a:extLst>
            </p:cNvPr>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9">
              <a:extLst>
                <a:ext uri="{FF2B5EF4-FFF2-40B4-BE49-F238E27FC236}">
                  <a16:creationId xmlns:a16="http://schemas.microsoft.com/office/drawing/2014/main" id="{48AB7BF9-68D6-3199-D398-024E4662B3EC}"/>
                </a:ext>
              </a:extLst>
            </p:cNvPr>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70488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42AA5476-6BB8-8375-2CD6-5F55DFEE0CB5}"/>
            </a:ext>
          </a:extLst>
        </p:cNvPr>
        <p:cNvGrpSpPr/>
        <p:nvPr/>
      </p:nvGrpSpPr>
      <p:grpSpPr>
        <a:xfrm>
          <a:off x="0" y="0"/>
          <a:ext cx="0" cy="0"/>
          <a:chOff x="0" y="0"/>
          <a:chExt cx="0" cy="0"/>
        </a:xfrm>
      </p:grpSpPr>
      <p:sp>
        <p:nvSpPr>
          <p:cNvPr id="479" name="Google Shape;479;p36">
            <a:extLst>
              <a:ext uri="{FF2B5EF4-FFF2-40B4-BE49-F238E27FC236}">
                <a16:creationId xmlns:a16="http://schemas.microsoft.com/office/drawing/2014/main" id="{89F54655-6149-1C22-0A2B-3F557A3763EC}"/>
              </a:ext>
            </a:extLst>
          </p:cNvPr>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a:extLst>
              <a:ext uri="{FF2B5EF4-FFF2-40B4-BE49-F238E27FC236}">
                <a16:creationId xmlns:a16="http://schemas.microsoft.com/office/drawing/2014/main" id="{F1E1449C-D145-B3F6-FA8C-BFBA2F2771AB}"/>
              </a:ext>
            </a:extLst>
          </p:cNvPr>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9E42EDB8-271C-3B52-F42B-16D536500C70}"/>
              </a:ext>
            </a:extLst>
          </p:cNvPr>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a:extLst>
              <a:ext uri="{FF2B5EF4-FFF2-40B4-BE49-F238E27FC236}">
                <a16:creationId xmlns:a16="http://schemas.microsoft.com/office/drawing/2014/main" id="{640ACADC-5E91-4A22-187A-2E83E8FD8DB4}"/>
              </a:ext>
            </a:extLst>
          </p:cNvPr>
          <p:cNvGrpSpPr/>
          <p:nvPr/>
        </p:nvGrpSpPr>
        <p:grpSpPr>
          <a:xfrm>
            <a:off x="6842734" y="-74955"/>
            <a:ext cx="4493392" cy="5973876"/>
            <a:chOff x="6842734" y="-74955"/>
            <a:chExt cx="4493392" cy="5973876"/>
          </a:xfrm>
        </p:grpSpPr>
        <p:sp>
          <p:nvSpPr>
            <p:cNvPr id="483" name="Google Shape;483;p36">
              <a:extLst>
                <a:ext uri="{FF2B5EF4-FFF2-40B4-BE49-F238E27FC236}">
                  <a16:creationId xmlns:a16="http://schemas.microsoft.com/office/drawing/2014/main" id="{339DB837-95C2-7511-7C83-96A8D8F45C50}"/>
                </a:ext>
              </a:extLst>
            </p:cNvPr>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a:extLst>
                <a:ext uri="{FF2B5EF4-FFF2-40B4-BE49-F238E27FC236}">
                  <a16:creationId xmlns:a16="http://schemas.microsoft.com/office/drawing/2014/main" id="{E011079E-3685-3251-2741-2675149B14FE}"/>
                </a:ext>
              </a:extLst>
            </p:cNvPr>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8EDF5E2A-4ECF-DC38-B385-828EBE5B0531}"/>
                </a:ext>
              </a:extLst>
            </p:cNvPr>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a:extLst>
              <a:ext uri="{FF2B5EF4-FFF2-40B4-BE49-F238E27FC236}">
                <a16:creationId xmlns:a16="http://schemas.microsoft.com/office/drawing/2014/main" id="{BBAE56AE-9E97-E6CE-E782-F493F6E4CC19}"/>
              </a:ext>
            </a:extLst>
          </p:cNvPr>
          <p:cNvGrpSpPr/>
          <p:nvPr/>
        </p:nvGrpSpPr>
        <p:grpSpPr>
          <a:xfrm rot="5400000">
            <a:off x="8057050" y="4277050"/>
            <a:ext cx="150451" cy="512600"/>
            <a:chOff x="2990775" y="3601075"/>
            <a:chExt cx="150451" cy="512600"/>
          </a:xfrm>
        </p:grpSpPr>
        <p:sp>
          <p:nvSpPr>
            <p:cNvPr id="490" name="Google Shape;490;p36">
              <a:extLst>
                <a:ext uri="{FF2B5EF4-FFF2-40B4-BE49-F238E27FC236}">
                  <a16:creationId xmlns:a16="http://schemas.microsoft.com/office/drawing/2014/main" id="{6D2C85DB-5E3B-A53C-1813-B38343E30AA0}"/>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a:extLst>
                <a:ext uri="{FF2B5EF4-FFF2-40B4-BE49-F238E27FC236}">
                  <a16:creationId xmlns:a16="http://schemas.microsoft.com/office/drawing/2014/main" id="{16E5AB24-A5D4-8BE8-D907-A9AAAAA11504}"/>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FA16C4A3-84D0-C1A9-B6C8-318D00618151}"/>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7E80BD87-0E20-F44C-8309-2909C664C959}"/>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a:extLst>
                <a:ext uri="{FF2B5EF4-FFF2-40B4-BE49-F238E27FC236}">
                  <a16:creationId xmlns:a16="http://schemas.microsoft.com/office/drawing/2014/main" id="{293D4A8B-69F1-54DB-A737-66E06EA82877}"/>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a:extLst>
                <a:ext uri="{FF2B5EF4-FFF2-40B4-BE49-F238E27FC236}">
                  <a16:creationId xmlns:a16="http://schemas.microsoft.com/office/drawing/2014/main" id="{381E0487-83AA-C69A-1361-946761AF8968}"/>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3879A92D-1AD3-F885-D829-91DBC92CE9A0}"/>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E8B4147F-93BE-D4B8-1F3D-507C7DD3BEF3}"/>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a:extLst>
                <a:ext uri="{FF2B5EF4-FFF2-40B4-BE49-F238E27FC236}">
                  <a16:creationId xmlns:a16="http://schemas.microsoft.com/office/drawing/2014/main" id="{7201C8E8-5C52-1FF8-12E8-839EF439383D}"/>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a:extLst>
                <a:ext uri="{FF2B5EF4-FFF2-40B4-BE49-F238E27FC236}">
                  <a16:creationId xmlns:a16="http://schemas.microsoft.com/office/drawing/2014/main" id="{D69B103F-20D1-F7D1-57D9-75FAAACF33DB}"/>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a:extLst>
              <a:ext uri="{FF2B5EF4-FFF2-40B4-BE49-F238E27FC236}">
                <a16:creationId xmlns:a16="http://schemas.microsoft.com/office/drawing/2014/main" id="{BB24D395-33E4-73D5-9F3E-CE412723BFDE}"/>
              </a:ext>
            </a:extLst>
          </p:cNvPr>
          <p:cNvGrpSpPr/>
          <p:nvPr/>
        </p:nvGrpSpPr>
        <p:grpSpPr>
          <a:xfrm>
            <a:off x="7151890" y="3274810"/>
            <a:ext cx="780917" cy="739694"/>
            <a:chOff x="5397450" y="983750"/>
            <a:chExt cx="780917" cy="739694"/>
          </a:xfrm>
        </p:grpSpPr>
        <p:sp>
          <p:nvSpPr>
            <p:cNvPr id="501" name="Google Shape;501;p36">
              <a:extLst>
                <a:ext uri="{FF2B5EF4-FFF2-40B4-BE49-F238E27FC236}">
                  <a16:creationId xmlns:a16="http://schemas.microsoft.com/office/drawing/2014/main" id="{06F261E9-07FE-C0E2-434B-67D38B7EA39D}"/>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a:extLst>
                <a:ext uri="{FF2B5EF4-FFF2-40B4-BE49-F238E27FC236}">
                  <a16:creationId xmlns:a16="http://schemas.microsoft.com/office/drawing/2014/main" id="{D4F57AB6-C59A-BCB2-0F65-980D92A05F34}"/>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a:extLst>
                <a:ext uri="{FF2B5EF4-FFF2-40B4-BE49-F238E27FC236}">
                  <a16:creationId xmlns:a16="http://schemas.microsoft.com/office/drawing/2014/main" id="{D0638799-1684-176D-7CD8-4FEEC8D3ED1D}"/>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a:extLst>
              <a:ext uri="{FF2B5EF4-FFF2-40B4-BE49-F238E27FC236}">
                <a16:creationId xmlns:a16="http://schemas.microsoft.com/office/drawing/2014/main" id="{19CC93E7-FB89-FCB2-DA45-6C233F0C1F02}"/>
              </a:ext>
            </a:extLst>
          </p:cNvPr>
          <p:cNvGrpSpPr/>
          <p:nvPr/>
        </p:nvGrpSpPr>
        <p:grpSpPr>
          <a:xfrm>
            <a:off x="8093407" y="906687"/>
            <a:ext cx="791469" cy="739694"/>
            <a:chOff x="8352525" y="3155950"/>
            <a:chExt cx="791469" cy="739694"/>
          </a:xfrm>
        </p:grpSpPr>
        <p:sp>
          <p:nvSpPr>
            <p:cNvPr id="505" name="Google Shape;505;p36">
              <a:extLst>
                <a:ext uri="{FF2B5EF4-FFF2-40B4-BE49-F238E27FC236}">
                  <a16:creationId xmlns:a16="http://schemas.microsoft.com/office/drawing/2014/main" id="{5B3847D5-83A4-0FC9-C527-1F4D63DF42B9}"/>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a:extLst>
                <a:ext uri="{FF2B5EF4-FFF2-40B4-BE49-F238E27FC236}">
                  <a16:creationId xmlns:a16="http://schemas.microsoft.com/office/drawing/2014/main" id="{ADA8BF76-DB2C-4B12-8114-08F8F9675C59}"/>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a:extLst>
                <a:ext uri="{FF2B5EF4-FFF2-40B4-BE49-F238E27FC236}">
                  <a16:creationId xmlns:a16="http://schemas.microsoft.com/office/drawing/2014/main" id="{A1DC7CA1-9AC7-3F09-ED8F-1E278A73795E}"/>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a:extLst>
              <a:ext uri="{FF2B5EF4-FFF2-40B4-BE49-F238E27FC236}">
                <a16:creationId xmlns:a16="http://schemas.microsoft.com/office/drawing/2014/main" id="{3A9F258A-0C1F-6F08-5EA0-61E97610DB23}"/>
              </a:ext>
            </a:extLst>
          </p:cNvPr>
          <p:cNvGrpSpPr/>
          <p:nvPr/>
        </p:nvGrpSpPr>
        <p:grpSpPr>
          <a:xfrm>
            <a:off x="264180" y="3543857"/>
            <a:ext cx="791469" cy="739694"/>
            <a:chOff x="8352525" y="3155950"/>
            <a:chExt cx="791469" cy="739694"/>
          </a:xfrm>
        </p:grpSpPr>
        <p:sp>
          <p:nvSpPr>
            <p:cNvPr id="509" name="Google Shape;509;p36">
              <a:extLst>
                <a:ext uri="{FF2B5EF4-FFF2-40B4-BE49-F238E27FC236}">
                  <a16:creationId xmlns:a16="http://schemas.microsoft.com/office/drawing/2014/main" id="{FE470D20-C055-DC9D-0172-F38DA2DBDA6E}"/>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a:extLst>
                <a:ext uri="{FF2B5EF4-FFF2-40B4-BE49-F238E27FC236}">
                  <a16:creationId xmlns:a16="http://schemas.microsoft.com/office/drawing/2014/main" id="{494F1020-E816-3388-0863-86794325E012}"/>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a:extLst>
                <a:ext uri="{FF2B5EF4-FFF2-40B4-BE49-F238E27FC236}">
                  <a16:creationId xmlns:a16="http://schemas.microsoft.com/office/drawing/2014/main" id="{9DA60C16-C1E7-19F3-427C-E0392914D749}"/>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a:extLst>
              <a:ext uri="{FF2B5EF4-FFF2-40B4-BE49-F238E27FC236}">
                <a16:creationId xmlns:a16="http://schemas.microsoft.com/office/drawing/2014/main" id="{66D5B70F-4B21-A8DB-77C6-0BD5BDC2E583}"/>
              </a:ext>
            </a:extLst>
          </p:cNvPr>
          <p:cNvGrpSpPr/>
          <p:nvPr/>
        </p:nvGrpSpPr>
        <p:grpSpPr>
          <a:xfrm rot="5400000">
            <a:off x="638000" y="1828625"/>
            <a:ext cx="150451" cy="512600"/>
            <a:chOff x="2990775" y="3601075"/>
            <a:chExt cx="150451" cy="512600"/>
          </a:xfrm>
        </p:grpSpPr>
        <p:sp>
          <p:nvSpPr>
            <p:cNvPr id="513" name="Google Shape;513;p36">
              <a:extLst>
                <a:ext uri="{FF2B5EF4-FFF2-40B4-BE49-F238E27FC236}">
                  <a16:creationId xmlns:a16="http://schemas.microsoft.com/office/drawing/2014/main" id="{3F5E4042-85AF-DF91-C932-B5883B747A95}"/>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a:extLst>
                <a:ext uri="{FF2B5EF4-FFF2-40B4-BE49-F238E27FC236}">
                  <a16:creationId xmlns:a16="http://schemas.microsoft.com/office/drawing/2014/main" id="{5A2FF715-B3E5-C5AD-7943-4B32F556D654}"/>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a:extLst>
                <a:ext uri="{FF2B5EF4-FFF2-40B4-BE49-F238E27FC236}">
                  <a16:creationId xmlns:a16="http://schemas.microsoft.com/office/drawing/2014/main" id="{076B973D-937A-C8A3-777A-45A7E2892B9A}"/>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a:extLst>
                <a:ext uri="{FF2B5EF4-FFF2-40B4-BE49-F238E27FC236}">
                  <a16:creationId xmlns:a16="http://schemas.microsoft.com/office/drawing/2014/main" id="{08F5A351-4D4E-CDC4-1DFD-A952B60469F4}"/>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a:extLst>
                <a:ext uri="{FF2B5EF4-FFF2-40B4-BE49-F238E27FC236}">
                  <a16:creationId xmlns:a16="http://schemas.microsoft.com/office/drawing/2014/main" id="{4F3D061C-A7A6-B62A-EB66-BF86FD1C59AB}"/>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a:extLst>
                <a:ext uri="{FF2B5EF4-FFF2-40B4-BE49-F238E27FC236}">
                  <a16:creationId xmlns:a16="http://schemas.microsoft.com/office/drawing/2014/main" id="{8D15D42E-B2F0-CAE3-96D3-818A7B641ACE}"/>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a:extLst>
                <a:ext uri="{FF2B5EF4-FFF2-40B4-BE49-F238E27FC236}">
                  <a16:creationId xmlns:a16="http://schemas.microsoft.com/office/drawing/2014/main" id="{ACA15D9A-0E5B-277E-3C85-069D6E157624}"/>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a:extLst>
                <a:ext uri="{FF2B5EF4-FFF2-40B4-BE49-F238E27FC236}">
                  <a16:creationId xmlns:a16="http://schemas.microsoft.com/office/drawing/2014/main" id="{22297467-6520-28EF-3072-69597240FD44}"/>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a:extLst>
                <a:ext uri="{FF2B5EF4-FFF2-40B4-BE49-F238E27FC236}">
                  <a16:creationId xmlns:a16="http://schemas.microsoft.com/office/drawing/2014/main" id="{B3B10122-430A-EA3E-927C-3940C46E37E2}"/>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a:extLst>
                <a:ext uri="{FF2B5EF4-FFF2-40B4-BE49-F238E27FC236}">
                  <a16:creationId xmlns:a16="http://schemas.microsoft.com/office/drawing/2014/main" id="{7C0C59C9-3DC9-91E0-B2A1-609D9321C155}"/>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885F8F8D-82E7-8928-9D2F-3795515754F1}"/>
              </a:ext>
            </a:extLst>
          </p:cNvPr>
          <p:cNvPicPr>
            <a:picLocks noChangeAspect="1"/>
          </p:cNvPicPr>
          <p:nvPr/>
        </p:nvPicPr>
        <p:blipFill>
          <a:blip r:embed="rId3"/>
          <a:stretch>
            <a:fillRect/>
          </a:stretch>
        </p:blipFill>
        <p:spPr>
          <a:xfrm>
            <a:off x="3011748" y="1088243"/>
            <a:ext cx="2745136" cy="3724533"/>
          </a:xfrm>
          <a:prstGeom prst="rect">
            <a:avLst/>
          </a:prstGeom>
        </p:spPr>
      </p:pic>
    </p:spTree>
    <p:extLst>
      <p:ext uri="{BB962C8B-B14F-4D97-AF65-F5344CB8AC3E}">
        <p14:creationId xmlns:p14="http://schemas.microsoft.com/office/powerpoint/2010/main" val="4053265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49"/>
          <p:cNvSpPr txBox="1">
            <a:spLocks noGrp="1"/>
          </p:cNvSpPr>
          <p:nvPr>
            <p:ph type="title"/>
          </p:nvPr>
        </p:nvSpPr>
        <p:spPr>
          <a:xfrm>
            <a:off x="728312" y="72898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rPr>
              <a:t>Research</a:t>
            </a:r>
            <a:r>
              <a:rPr lang="en" dirty="0">
                <a:solidFill>
                  <a:srgbClr val="00659C"/>
                </a:solidFill>
              </a:rPr>
              <a:t> Variables</a:t>
            </a:r>
            <a:endParaRPr dirty="0">
              <a:solidFill>
                <a:srgbClr val="00659C"/>
              </a:solidFill>
            </a:endParaRPr>
          </a:p>
        </p:txBody>
      </p:sp>
      <p:sp>
        <p:nvSpPr>
          <p:cNvPr id="955" name="Google Shape;955;p49"/>
          <p:cNvSpPr txBox="1">
            <a:spLocks noGrp="1"/>
          </p:cNvSpPr>
          <p:nvPr>
            <p:ph type="subTitle" idx="1"/>
          </p:nvPr>
        </p:nvSpPr>
        <p:spPr>
          <a:xfrm>
            <a:off x="2092799" y="1466159"/>
            <a:ext cx="4768208" cy="66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The independent variable is the cause. Its value is independent of other variables in the study.</a:t>
            </a:r>
          </a:p>
        </p:txBody>
      </p:sp>
      <p:grpSp>
        <p:nvGrpSpPr>
          <p:cNvPr id="956" name="Google Shape;956;p49"/>
          <p:cNvGrpSpPr/>
          <p:nvPr/>
        </p:nvGrpSpPr>
        <p:grpSpPr>
          <a:xfrm>
            <a:off x="8172241" y="1197315"/>
            <a:ext cx="604586" cy="572671"/>
            <a:chOff x="5397450" y="983750"/>
            <a:chExt cx="780917" cy="739694"/>
          </a:xfrm>
        </p:grpSpPr>
        <p:sp>
          <p:nvSpPr>
            <p:cNvPr id="957" name="Google Shape;957;p49"/>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9"/>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9"/>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960;p49"/>
          <p:cNvGrpSpPr/>
          <p:nvPr/>
        </p:nvGrpSpPr>
        <p:grpSpPr>
          <a:xfrm rot="5400000">
            <a:off x="317483" y="1043601"/>
            <a:ext cx="791469" cy="739694"/>
            <a:chOff x="8352525" y="3155950"/>
            <a:chExt cx="791469" cy="739694"/>
          </a:xfrm>
        </p:grpSpPr>
        <p:sp>
          <p:nvSpPr>
            <p:cNvPr id="961" name="Google Shape;961;p49"/>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9"/>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9"/>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49"/>
          <p:cNvGrpSpPr/>
          <p:nvPr/>
        </p:nvGrpSpPr>
        <p:grpSpPr>
          <a:xfrm rot="5400000">
            <a:off x="413963" y="3926925"/>
            <a:ext cx="150451" cy="512600"/>
            <a:chOff x="2990775" y="3601075"/>
            <a:chExt cx="150451" cy="512600"/>
          </a:xfrm>
        </p:grpSpPr>
        <p:sp>
          <p:nvSpPr>
            <p:cNvPr id="965" name="Google Shape;965;p49"/>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9"/>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9"/>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9"/>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9"/>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9"/>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9"/>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9"/>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9"/>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9"/>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5" name="Google Shape;975;p49"/>
          <p:cNvSpPr txBox="1">
            <a:spLocks noGrp="1"/>
          </p:cNvSpPr>
          <p:nvPr>
            <p:ph type="title" idx="4294967295"/>
          </p:nvPr>
        </p:nvSpPr>
        <p:spPr>
          <a:xfrm>
            <a:off x="2147065" y="3092932"/>
            <a:ext cx="7914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976" name="Google Shape;976;p49"/>
          <p:cNvSpPr txBox="1">
            <a:spLocks noGrp="1"/>
          </p:cNvSpPr>
          <p:nvPr>
            <p:ph type="title" idx="4294967295"/>
          </p:nvPr>
        </p:nvSpPr>
        <p:spPr>
          <a:xfrm>
            <a:off x="3410230" y="3092932"/>
            <a:ext cx="7914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977" name="Google Shape;977;p49"/>
          <p:cNvSpPr txBox="1">
            <a:spLocks noGrp="1"/>
          </p:cNvSpPr>
          <p:nvPr>
            <p:ph type="title" idx="4294967295"/>
          </p:nvPr>
        </p:nvSpPr>
        <p:spPr>
          <a:xfrm>
            <a:off x="4673395" y="3092932"/>
            <a:ext cx="7914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978" name="Google Shape;978;p49"/>
          <p:cNvSpPr txBox="1">
            <a:spLocks noGrp="1"/>
          </p:cNvSpPr>
          <p:nvPr>
            <p:ph type="title" idx="4294967295"/>
          </p:nvPr>
        </p:nvSpPr>
        <p:spPr>
          <a:xfrm>
            <a:off x="5936560" y="3092932"/>
            <a:ext cx="7914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cxnSp>
        <p:nvCxnSpPr>
          <p:cNvPr id="982" name="Google Shape;982;p49"/>
          <p:cNvCxnSpPr>
            <a:cxnSpLocks/>
            <a:endCxn id="976" idx="0"/>
          </p:cNvCxnSpPr>
          <p:nvPr/>
        </p:nvCxnSpPr>
        <p:spPr>
          <a:xfrm rot="10800000" flipV="1">
            <a:off x="3805930" y="2932966"/>
            <a:ext cx="2190028" cy="159965"/>
          </a:xfrm>
          <a:prstGeom prst="bentConnector2">
            <a:avLst/>
          </a:prstGeom>
          <a:noFill/>
          <a:ln w="9525" cap="flat" cmpd="sng">
            <a:solidFill>
              <a:schemeClr val="dk1"/>
            </a:solidFill>
            <a:prstDash val="solid"/>
            <a:round/>
            <a:headEnd type="none" w="med" len="med"/>
            <a:tailEnd type="none" w="med" len="med"/>
          </a:ln>
        </p:spPr>
      </p:cxnSp>
      <p:cxnSp>
        <p:nvCxnSpPr>
          <p:cNvPr id="983" name="Google Shape;983;p49"/>
          <p:cNvCxnSpPr>
            <a:cxnSpLocks/>
            <a:endCxn id="977" idx="0"/>
          </p:cNvCxnSpPr>
          <p:nvPr/>
        </p:nvCxnSpPr>
        <p:spPr>
          <a:xfrm rot="10800000" flipV="1">
            <a:off x="5069096" y="2932968"/>
            <a:ext cx="651605" cy="159963"/>
          </a:xfrm>
          <a:prstGeom prst="bentConnector2">
            <a:avLst/>
          </a:prstGeom>
          <a:noFill/>
          <a:ln w="9525" cap="flat" cmpd="sng">
            <a:solidFill>
              <a:schemeClr val="dk1"/>
            </a:solidFill>
            <a:prstDash val="solid"/>
            <a:round/>
            <a:headEnd type="none" w="med" len="med"/>
            <a:tailEnd type="none" w="med" len="med"/>
          </a:ln>
        </p:spPr>
      </p:cxnSp>
      <p:cxnSp>
        <p:nvCxnSpPr>
          <p:cNvPr id="986" name="Google Shape;986;p49"/>
          <p:cNvCxnSpPr>
            <a:cxnSpLocks/>
            <a:endCxn id="978" idx="0"/>
          </p:cNvCxnSpPr>
          <p:nvPr/>
        </p:nvCxnSpPr>
        <p:spPr>
          <a:xfrm>
            <a:off x="5661287" y="2932969"/>
            <a:ext cx="670973" cy="159963"/>
          </a:xfrm>
          <a:prstGeom prst="bentConnector2">
            <a:avLst/>
          </a:prstGeom>
          <a:noFill/>
          <a:ln w="9525" cap="flat" cmpd="sng">
            <a:solidFill>
              <a:schemeClr val="dk1"/>
            </a:solidFill>
            <a:prstDash val="solid"/>
            <a:round/>
            <a:headEnd type="none" w="med" len="med"/>
            <a:tailEnd type="none" w="med" len="med"/>
          </a:ln>
        </p:spPr>
      </p:cxnSp>
      <p:sp>
        <p:nvSpPr>
          <p:cNvPr id="987" name="Google Shape;987;p49"/>
          <p:cNvSpPr txBox="1"/>
          <p:nvPr/>
        </p:nvSpPr>
        <p:spPr>
          <a:xfrm>
            <a:off x="4476903" y="3685944"/>
            <a:ext cx="1184400" cy="1143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Turbidity</a:t>
            </a:r>
          </a:p>
        </p:txBody>
      </p:sp>
      <p:sp>
        <p:nvSpPr>
          <p:cNvPr id="988" name="Google Shape;988;p49"/>
          <p:cNvSpPr txBox="1"/>
          <p:nvPr/>
        </p:nvSpPr>
        <p:spPr>
          <a:xfrm>
            <a:off x="1931215" y="3685944"/>
            <a:ext cx="1223100" cy="1143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Water Temp</a:t>
            </a:r>
          </a:p>
        </p:txBody>
      </p:sp>
      <p:sp>
        <p:nvSpPr>
          <p:cNvPr id="989" name="Google Shape;989;p49"/>
          <p:cNvSpPr txBox="1"/>
          <p:nvPr/>
        </p:nvSpPr>
        <p:spPr>
          <a:xfrm>
            <a:off x="3194390" y="3685944"/>
            <a:ext cx="1223100" cy="1143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PH level</a:t>
            </a:r>
          </a:p>
        </p:txBody>
      </p:sp>
      <p:sp>
        <p:nvSpPr>
          <p:cNvPr id="991" name="Google Shape;991;p49"/>
          <p:cNvSpPr txBox="1"/>
          <p:nvPr/>
        </p:nvSpPr>
        <p:spPr>
          <a:xfrm>
            <a:off x="5720715" y="3685944"/>
            <a:ext cx="1223100" cy="1143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Solar Power </a:t>
            </a:r>
          </a:p>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Utilization</a:t>
            </a:r>
          </a:p>
        </p:txBody>
      </p:sp>
      <p:cxnSp>
        <p:nvCxnSpPr>
          <p:cNvPr id="5" name="Google Shape;982;p49">
            <a:extLst>
              <a:ext uri="{FF2B5EF4-FFF2-40B4-BE49-F238E27FC236}">
                <a16:creationId xmlns:a16="http://schemas.microsoft.com/office/drawing/2014/main" id="{858DCED0-17E0-F817-FFD5-153310279EA6}"/>
              </a:ext>
            </a:extLst>
          </p:cNvPr>
          <p:cNvCxnSpPr>
            <a:cxnSpLocks/>
          </p:cNvCxnSpPr>
          <p:nvPr/>
        </p:nvCxnSpPr>
        <p:spPr>
          <a:xfrm rot="10800000" flipV="1">
            <a:off x="2538588" y="2933917"/>
            <a:ext cx="2190028" cy="159965"/>
          </a:xfrm>
          <a:prstGeom prst="bentConnector2">
            <a:avLst/>
          </a:prstGeom>
          <a:noFill/>
          <a:ln w="9525" cap="flat" cmpd="sng">
            <a:solidFill>
              <a:schemeClr val="dk1"/>
            </a:solidFill>
            <a:prstDash val="solid"/>
            <a:round/>
            <a:headEnd type="none" w="med" len="med"/>
            <a:tailEnd type="none" w="med" len="med"/>
          </a:ln>
        </p:spPr>
      </p:cxnSp>
      <p:sp>
        <p:nvSpPr>
          <p:cNvPr id="11" name="TextBox 10">
            <a:extLst>
              <a:ext uri="{FF2B5EF4-FFF2-40B4-BE49-F238E27FC236}">
                <a16:creationId xmlns:a16="http://schemas.microsoft.com/office/drawing/2014/main" id="{46405B58-7DF0-1621-0C21-ED23C5C1A463}"/>
              </a:ext>
            </a:extLst>
          </p:cNvPr>
          <p:cNvSpPr txBox="1"/>
          <p:nvPr/>
        </p:nvSpPr>
        <p:spPr>
          <a:xfrm>
            <a:off x="1844040" y="2470825"/>
            <a:ext cx="5455920" cy="338554"/>
          </a:xfrm>
          <a:prstGeom prst="rect">
            <a:avLst/>
          </a:prstGeom>
          <a:noFill/>
        </p:spPr>
        <p:txBody>
          <a:bodyPr wrap="square">
            <a:spAutoFit/>
          </a:bodyPr>
          <a:lstStyle/>
          <a:p>
            <a:pPr marL="0" indent="0" algn="ctr">
              <a:buNone/>
            </a:pPr>
            <a:r>
              <a:rPr lang="en-US" sz="1600" b="1" dirty="0">
                <a:solidFill>
                  <a:srgbClr val="2A2742"/>
                </a:solidFill>
                <a:latin typeface="Daytona" panose="020B0604030500040204" pitchFamily="34" charset="0"/>
                <a:ea typeface="Outfit Extra Bold" pitchFamily="34" charset="-122"/>
                <a:cs typeface="Outfit Extra Bold" pitchFamily="34" charset="-120"/>
              </a:rPr>
              <a:t>Independent Variable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95DE8803-2241-556F-88A4-3C6FC3780E4B}"/>
            </a:ext>
          </a:extLst>
        </p:cNvPr>
        <p:cNvGrpSpPr/>
        <p:nvPr/>
      </p:nvGrpSpPr>
      <p:grpSpPr>
        <a:xfrm>
          <a:off x="0" y="0"/>
          <a:ext cx="0" cy="0"/>
          <a:chOff x="0" y="0"/>
          <a:chExt cx="0" cy="0"/>
        </a:xfrm>
      </p:grpSpPr>
      <p:sp>
        <p:nvSpPr>
          <p:cNvPr id="954" name="Google Shape;954;p49">
            <a:extLst>
              <a:ext uri="{FF2B5EF4-FFF2-40B4-BE49-F238E27FC236}">
                <a16:creationId xmlns:a16="http://schemas.microsoft.com/office/drawing/2014/main" id="{63D6CC51-C463-5FA2-4399-A85FDFF0AED5}"/>
              </a:ext>
            </a:extLst>
          </p:cNvPr>
          <p:cNvSpPr txBox="1">
            <a:spLocks noGrp="1"/>
          </p:cNvSpPr>
          <p:nvPr>
            <p:ph type="title"/>
          </p:nvPr>
        </p:nvSpPr>
        <p:spPr>
          <a:xfrm>
            <a:off x="728312" y="72898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rPr>
              <a:t>Research</a:t>
            </a:r>
            <a:r>
              <a:rPr lang="en" dirty="0">
                <a:solidFill>
                  <a:srgbClr val="00659C"/>
                </a:solidFill>
              </a:rPr>
              <a:t> Variables</a:t>
            </a:r>
            <a:endParaRPr dirty="0">
              <a:solidFill>
                <a:srgbClr val="00659C"/>
              </a:solidFill>
            </a:endParaRPr>
          </a:p>
        </p:txBody>
      </p:sp>
      <p:sp>
        <p:nvSpPr>
          <p:cNvPr id="955" name="Google Shape;955;p49">
            <a:extLst>
              <a:ext uri="{FF2B5EF4-FFF2-40B4-BE49-F238E27FC236}">
                <a16:creationId xmlns:a16="http://schemas.microsoft.com/office/drawing/2014/main" id="{52E95E9A-51D7-7BE3-7999-FDCD0AB5DFCA}"/>
              </a:ext>
            </a:extLst>
          </p:cNvPr>
          <p:cNvSpPr txBox="1">
            <a:spLocks noGrp="1"/>
          </p:cNvSpPr>
          <p:nvPr>
            <p:ph type="subTitle" idx="1"/>
          </p:nvPr>
        </p:nvSpPr>
        <p:spPr>
          <a:xfrm>
            <a:off x="2521561" y="1483650"/>
            <a:ext cx="4117501" cy="66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The dependent variable is the effect. Its value depends on changes in the independent variable.</a:t>
            </a:r>
          </a:p>
        </p:txBody>
      </p:sp>
      <p:grpSp>
        <p:nvGrpSpPr>
          <p:cNvPr id="956" name="Google Shape;956;p49">
            <a:extLst>
              <a:ext uri="{FF2B5EF4-FFF2-40B4-BE49-F238E27FC236}">
                <a16:creationId xmlns:a16="http://schemas.microsoft.com/office/drawing/2014/main" id="{61821D5F-94E2-A7FF-56A5-475E7A242524}"/>
              </a:ext>
            </a:extLst>
          </p:cNvPr>
          <p:cNvGrpSpPr/>
          <p:nvPr/>
        </p:nvGrpSpPr>
        <p:grpSpPr>
          <a:xfrm>
            <a:off x="8172241" y="1197315"/>
            <a:ext cx="604586" cy="572671"/>
            <a:chOff x="5397450" y="983750"/>
            <a:chExt cx="780917" cy="739694"/>
          </a:xfrm>
        </p:grpSpPr>
        <p:sp>
          <p:nvSpPr>
            <p:cNvPr id="957" name="Google Shape;957;p49">
              <a:extLst>
                <a:ext uri="{FF2B5EF4-FFF2-40B4-BE49-F238E27FC236}">
                  <a16:creationId xmlns:a16="http://schemas.microsoft.com/office/drawing/2014/main" id="{F19A9CFF-233A-8913-7A6B-5B1A446F17B7}"/>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9">
              <a:extLst>
                <a:ext uri="{FF2B5EF4-FFF2-40B4-BE49-F238E27FC236}">
                  <a16:creationId xmlns:a16="http://schemas.microsoft.com/office/drawing/2014/main" id="{F3431098-6F65-88CE-BB07-21AAD2D79FB2}"/>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9">
              <a:extLst>
                <a:ext uri="{FF2B5EF4-FFF2-40B4-BE49-F238E27FC236}">
                  <a16:creationId xmlns:a16="http://schemas.microsoft.com/office/drawing/2014/main" id="{C31FB392-AD11-0333-5590-B4CFF5CD6B1A}"/>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960;p49">
            <a:extLst>
              <a:ext uri="{FF2B5EF4-FFF2-40B4-BE49-F238E27FC236}">
                <a16:creationId xmlns:a16="http://schemas.microsoft.com/office/drawing/2014/main" id="{34070321-C99E-947F-E531-D3E4ACD69D0D}"/>
              </a:ext>
            </a:extLst>
          </p:cNvPr>
          <p:cNvGrpSpPr/>
          <p:nvPr/>
        </p:nvGrpSpPr>
        <p:grpSpPr>
          <a:xfrm rot="5400000">
            <a:off x="317483" y="1043601"/>
            <a:ext cx="791469" cy="739694"/>
            <a:chOff x="8352525" y="3155950"/>
            <a:chExt cx="791469" cy="739694"/>
          </a:xfrm>
        </p:grpSpPr>
        <p:sp>
          <p:nvSpPr>
            <p:cNvPr id="961" name="Google Shape;961;p49">
              <a:extLst>
                <a:ext uri="{FF2B5EF4-FFF2-40B4-BE49-F238E27FC236}">
                  <a16:creationId xmlns:a16="http://schemas.microsoft.com/office/drawing/2014/main" id="{079FE08E-9097-CE32-5EF3-71A9F315FC3A}"/>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9">
              <a:extLst>
                <a:ext uri="{FF2B5EF4-FFF2-40B4-BE49-F238E27FC236}">
                  <a16:creationId xmlns:a16="http://schemas.microsoft.com/office/drawing/2014/main" id="{F30E34CD-7C85-2D6A-3A37-0A5EDA7B3A79}"/>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9">
              <a:extLst>
                <a:ext uri="{FF2B5EF4-FFF2-40B4-BE49-F238E27FC236}">
                  <a16:creationId xmlns:a16="http://schemas.microsoft.com/office/drawing/2014/main" id="{19079169-A423-D21E-7700-B3915DD62C4C}"/>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49">
            <a:extLst>
              <a:ext uri="{FF2B5EF4-FFF2-40B4-BE49-F238E27FC236}">
                <a16:creationId xmlns:a16="http://schemas.microsoft.com/office/drawing/2014/main" id="{E51A3213-B0E1-AF15-99CB-2541535E69C2}"/>
              </a:ext>
            </a:extLst>
          </p:cNvPr>
          <p:cNvGrpSpPr/>
          <p:nvPr/>
        </p:nvGrpSpPr>
        <p:grpSpPr>
          <a:xfrm rot="5400000">
            <a:off x="413963" y="3926925"/>
            <a:ext cx="150451" cy="512600"/>
            <a:chOff x="2990775" y="3601075"/>
            <a:chExt cx="150451" cy="512600"/>
          </a:xfrm>
        </p:grpSpPr>
        <p:sp>
          <p:nvSpPr>
            <p:cNvPr id="965" name="Google Shape;965;p49">
              <a:extLst>
                <a:ext uri="{FF2B5EF4-FFF2-40B4-BE49-F238E27FC236}">
                  <a16:creationId xmlns:a16="http://schemas.microsoft.com/office/drawing/2014/main" id="{BB7C6CAE-17F1-2423-9EBC-4DB5A47B088A}"/>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9">
              <a:extLst>
                <a:ext uri="{FF2B5EF4-FFF2-40B4-BE49-F238E27FC236}">
                  <a16:creationId xmlns:a16="http://schemas.microsoft.com/office/drawing/2014/main" id="{CCD72102-7767-1F56-DD78-D3868AF4BB6C}"/>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9">
              <a:extLst>
                <a:ext uri="{FF2B5EF4-FFF2-40B4-BE49-F238E27FC236}">
                  <a16:creationId xmlns:a16="http://schemas.microsoft.com/office/drawing/2014/main" id="{77FB78D5-E73B-9CB6-BDD6-3AACBF85B763}"/>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9">
              <a:extLst>
                <a:ext uri="{FF2B5EF4-FFF2-40B4-BE49-F238E27FC236}">
                  <a16:creationId xmlns:a16="http://schemas.microsoft.com/office/drawing/2014/main" id="{D4AF32A2-F4D6-3B61-220C-70A0BDCD6EC0}"/>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9">
              <a:extLst>
                <a:ext uri="{FF2B5EF4-FFF2-40B4-BE49-F238E27FC236}">
                  <a16:creationId xmlns:a16="http://schemas.microsoft.com/office/drawing/2014/main" id="{15179359-2C95-8AED-C657-94C6503E3C16}"/>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9">
              <a:extLst>
                <a:ext uri="{FF2B5EF4-FFF2-40B4-BE49-F238E27FC236}">
                  <a16:creationId xmlns:a16="http://schemas.microsoft.com/office/drawing/2014/main" id="{BFAE6DBA-15BD-7ADD-6681-AB0FC61C6B86}"/>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9">
              <a:extLst>
                <a:ext uri="{FF2B5EF4-FFF2-40B4-BE49-F238E27FC236}">
                  <a16:creationId xmlns:a16="http://schemas.microsoft.com/office/drawing/2014/main" id="{C65C4873-5800-AA6A-A356-DCBCCA11F28A}"/>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9">
              <a:extLst>
                <a:ext uri="{FF2B5EF4-FFF2-40B4-BE49-F238E27FC236}">
                  <a16:creationId xmlns:a16="http://schemas.microsoft.com/office/drawing/2014/main" id="{66FEBD7D-C758-A5F3-4B00-7FF833D1807E}"/>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9">
              <a:extLst>
                <a:ext uri="{FF2B5EF4-FFF2-40B4-BE49-F238E27FC236}">
                  <a16:creationId xmlns:a16="http://schemas.microsoft.com/office/drawing/2014/main" id="{25E510F3-F0DB-0B51-13A1-A1E26B37739F}"/>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9">
              <a:extLst>
                <a:ext uri="{FF2B5EF4-FFF2-40B4-BE49-F238E27FC236}">
                  <a16:creationId xmlns:a16="http://schemas.microsoft.com/office/drawing/2014/main" id="{E2B238D6-E64D-99A0-8F0F-6D5DE4928EF2}"/>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5" name="Google Shape;975;p49">
            <a:extLst>
              <a:ext uri="{FF2B5EF4-FFF2-40B4-BE49-F238E27FC236}">
                <a16:creationId xmlns:a16="http://schemas.microsoft.com/office/drawing/2014/main" id="{425AE722-8860-CE7D-0E59-637B8BBA05B8}"/>
              </a:ext>
            </a:extLst>
          </p:cNvPr>
          <p:cNvSpPr txBox="1">
            <a:spLocks noGrp="1"/>
          </p:cNvSpPr>
          <p:nvPr>
            <p:ph type="title" idx="4294967295"/>
          </p:nvPr>
        </p:nvSpPr>
        <p:spPr>
          <a:xfrm>
            <a:off x="5003078" y="2948626"/>
            <a:ext cx="7914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
        <p:nvSpPr>
          <p:cNvPr id="976" name="Google Shape;976;p49">
            <a:extLst>
              <a:ext uri="{FF2B5EF4-FFF2-40B4-BE49-F238E27FC236}">
                <a16:creationId xmlns:a16="http://schemas.microsoft.com/office/drawing/2014/main" id="{57B338A8-6933-96CF-DDF9-D85A75D1121C}"/>
              </a:ext>
            </a:extLst>
          </p:cNvPr>
          <p:cNvSpPr txBox="1">
            <a:spLocks noGrp="1"/>
          </p:cNvSpPr>
          <p:nvPr>
            <p:ph type="title" idx="4294967295"/>
          </p:nvPr>
        </p:nvSpPr>
        <p:spPr>
          <a:xfrm>
            <a:off x="3410230" y="3092932"/>
            <a:ext cx="791400" cy="49589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cxnSp>
        <p:nvCxnSpPr>
          <p:cNvPr id="983" name="Google Shape;983;p49">
            <a:extLst>
              <a:ext uri="{FF2B5EF4-FFF2-40B4-BE49-F238E27FC236}">
                <a16:creationId xmlns:a16="http://schemas.microsoft.com/office/drawing/2014/main" id="{ED6E207D-036D-512B-5CEF-44863EA5D7B2}"/>
              </a:ext>
            </a:extLst>
          </p:cNvPr>
          <p:cNvCxnSpPr>
            <a:cxnSpLocks/>
            <a:endCxn id="976" idx="0"/>
          </p:cNvCxnSpPr>
          <p:nvPr/>
        </p:nvCxnSpPr>
        <p:spPr>
          <a:xfrm rot="10800000" flipV="1">
            <a:off x="3805930" y="2921568"/>
            <a:ext cx="994274" cy="171364"/>
          </a:xfrm>
          <a:prstGeom prst="bentConnector2">
            <a:avLst/>
          </a:prstGeom>
          <a:noFill/>
          <a:ln w="9525" cap="flat" cmpd="sng">
            <a:solidFill>
              <a:schemeClr val="dk1"/>
            </a:solidFill>
            <a:prstDash val="solid"/>
            <a:round/>
            <a:headEnd type="none" w="med" len="med"/>
            <a:tailEnd type="none" w="med" len="med"/>
          </a:ln>
        </p:spPr>
      </p:cxnSp>
      <p:cxnSp>
        <p:nvCxnSpPr>
          <p:cNvPr id="986" name="Google Shape;986;p49">
            <a:extLst>
              <a:ext uri="{FF2B5EF4-FFF2-40B4-BE49-F238E27FC236}">
                <a16:creationId xmlns:a16="http://schemas.microsoft.com/office/drawing/2014/main" id="{3607EA16-B6F6-C76C-0B9A-4B6D6BC0F7A3}"/>
              </a:ext>
            </a:extLst>
          </p:cNvPr>
          <p:cNvCxnSpPr>
            <a:cxnSpLocks/>
          </p:cNvCxnSpPr>
          <p:nvPr/>
        </p:nvCxnSpPr>
        <p:spPr>
          <a:xfrm>
            <a:off x="4800204" y="2921568"/>
            <a:ext cx="611560" cy="159964"/>
          </a:xfrm>
          <a:prstGeom prst="bentConnector2">
            <a:avLst/>
          </a:prstGeom>
          <a:noFill/>
          <a:ln w="9525" cap="flat" cmpd="sng">
            <a:solidFill>
              <a:schemeClr val="dk1"/>
            </a:solidFill>
            <a:prstDash val="solid"/>
            <a:round/>
            <a:headEnd type="none" w="med" len="med"/>
            <a:tailEnd type="none" w="med" len="med"/>
          </a:ln>
        </p:spPr>
      </p:cxnSp>
      <p:sp>
        <p:nvSpPr>
          <p:cNvPr id="988" name="Google Shape;988;p49">
            <a:extLst>
              <a:ext uri="{FF2B5EF4-FFF2-40B4-BE49-F238E27FC236}">
                <a16:creationId xmlns:a16="http://schemas.microsoft.com/office/drawing/2014/main" id="{B8B0507C-7902-1264-B962-986E3A17AF0F}"/>
              </a:ext>
            </a:extLst>
          </p:cNvPr>
          <p:cNvSpPr txBox="1"/>
          <p:nvPr/>
        </p:nvSpPr>
        <p:spPr>
          <a:xfrm>
            <a:off x="3044426" y="3434234"/>
            <a:ext cx="1535885" cy="728576"/>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Fish Species </a:t>
            </a:r>
          </a:p>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Recommendation</a:t>
            </a:r>
          </a:p>
        </p:txBody>
      </p:sp>
      <p:sp>
        <p:nvSpPr>
          <p:cNvPr id="989" name="Google Shape;989;p49">
            <a:extLst>
              <a:ext uri="{FF2B5EF4-FFF2-40B4-BE49-F238E27FC236}">
                <a16:creationId xmlns:a16="http://schemas.microsoft.com/office/drawing/2014/main" id="{BAB33142-77A0-0920-1535-FA513E804E7A}"/>
              </a:ext>
            </a:extLst>
          </p:cNvPr>
          <p:cNvSpPr txBox="1"/>
          <p:nvPr/>
        </p:nvSpPr>
        <p:spPr>
          <a:xfrm>
            <a:off x="4800214" y="3449724"/>
            <a:ext cx="1223100" cy="886056"/>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Fish Growth </a:t>
            </a:r>
          </a:p>
          <a:p>
            <a:pPr marL="0" lvl="0" indent="0" algn="ctr" rtl="0">
              <a:lnSpc>
                <a:spcPct val="115000"/>
              </a:lnSpc>
              <a:spcBef>
                <a:spcPts val="0"/>
              </a:spcBef>
              <a:spcAft>
                <a:spcPts val="0"/>
              </a:spcAft>
              <a:buNone/>
            </a:pPr>
            <a:r>
              <a:rPr lang="en-US" dirty="0">
                <a:solidFill>
                  <a:schemeClr val="dk1"/>
                </a:solidFill>
                <a:latin typeface="Familjen Grotesk"/>
                <a:ea typeface="Familjen Grotesk"/>
                <a:cs typeface="Familjen Grotesk"/>
                <a:sym typeface="Familjen Grotesk"/>
              </a:rPr>
              <a:t>Rate</a:t>
            </a:r>
          </a:p>
        </p:txBody>
      </p:sp>
      <p:sp>
        <p:nvSpPr>
          <p:cNvPr id="11" name="TextBox 10">
            <a:extLst>
              <a:ext uri="{FF2B5EF4-FFF2-40B4-BE49-F238E27FC236}">
                <a16:creationId xmlns:a16="http://schemas.microsoft.com/office/drawing/2014/main" id="{85A3B6BB-53CC-2E8C-591C-7BEEE8DC4FA7}"/>
              </a:ext>
            </a:extLst>
          </p:cNvPr>
          <p:cNvSpPr txBox="1"/>
          <p:nvPr/>
        </p:nvSpPr>
        <p:spPr>
          <a:xfrm>
            <a:off x="1852351" y="2462333"/>
            <a:ext cx="5455920" cy="338554"/>
          </a:xfrm>
          <a:prstGeom prst="rect">
            <a:avLst/>
          </a:prstGeom>
          <a:noFill/>
        </p:spPr>
        <p:txBody>
          <a:bodyPr wrap="square">
            <a:spAutoFit/>
          </a:bodyPr>
          <a:lstStyle/>
          <a:p>
            <a:pPr marL="0" indent="0" algn="ctr">
              <a:buNone/>
            </a:pPr>
            <a:r>
              <a:rPr lang="en-US" sz="1600" b="1" dirty="0">
                <a:solidFill>
                  <a:srgbClr val="2A2742"/>
                </a:solidFill>
                <a:latin typeface="Daytona" panose="020B0604030500040204" pitchFamily="34" charset="0"/>
                <a:ea typeface="Outfit Extra Bold" pitchFamily="34" charset="-122"/>
                <a:cs typeface="Outfit Extra Bold" pitchFamily="34" charset="-120"/>
              </a:rPr>
              <a:t>Dependent Variable</a:t>
            </a:r>
          </a:p>
        </p:txBody>
      </p:sp>
    </p:spTree>
    <p:extLst>
      <p:ext uri="{BB962C8B-B14F-4D97-AF65-F5344CB8AC3E}">
        <p14:creationId xmlns:p14="http://schemas.microsoft.com/office/powerpoint/2010/main" val="59231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8">
          <a:extLst>
            <a:ext uri="{FF2B5EF4-FFF2-40B4-BE49-F238E27FC236}">
              <a16:creationId xmlns:a16="http://schemas.microsoft.com/office/drawing/2014/main" id="{D569A08D-0000-89CD-8056-5173CC7FECD4}"/>
            </a:ext>
          </a:extLst>
        </p:cNvPr>
        <p:cNvGrpSpPr/>
        <p:nvPr/>
      </p:nvGrpSpPr>
      <p:grpSpPr>
        <a:xfrm>
          <a:off x="0" y="0"/>
          <a:ext cx="0" cy="0"/>
          <a:chOff x="0" y="0"/>
          <a:chExt cx="0" cy="0"/>
        </a:xfrm>
      </p:grpSpPr>
      <p:sp>
        <p:nvSpPr>
          <p:cNvPr id="479" name="Google Shape;479;p36">
            <a:extLst>
              <a:ext uri="{FF2B5EF4-FFF2-40B4-BE49-F238E27FC236}">
                <a16:creationId xmlns:a16="http://schemas.microsoft.com/office/drawing/2014/main" id="{6DD378AC-5E2B-0EC1-5250-B48B1DC292A3}"/>
              </a:ext>
            </a:extLst>
          </p:cNvPr>
          <p:cNvSpPr/>
          <p:nvPr/>
        </p:nvSpPr>
        <p:spPr>
          <a:xfrm flipH="1">
            <a:off x="-2284281" y="1383232"/>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1"/>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6">
            <a:extLst>
              <a:ext uri="{FF2B5EF4-FFF2-40B4-BE49-F238E27FC236}">
                <a16:creationId xmlns:a16="http://schemas.microsoft.com/office/drawing/2014/main" id="{49E73B4E-9E66-8722-B37C-0F43E3B52F45}"/>
              </a:ext>
            </a:extLst>
          </p:cNvPr>
          <p:cNvSpPr/>
          <p:nvPr/>
        </p:nvSpPr>
        <p:spPr>
          <a:xfrm>
            <a:off x="-1080676" y="-767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2"/>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814DAF58-2487-CB5F-1B0A-45CE96877C3B}"/>
              </a:ext>
            </a:extLst>
          </p:cNvPr>
          <p:cNvSpPr/>
          <p:nvPr/>
        </p:nvSpPr>
        <p:spPr>
          <a:xfrm>
            <a:off x="708900" y="539500"/>
            <a:ext cx="7335482" cy="4068900"/>
          </a:xfrm>
          <a:prstGeom prst="roundRect">
            <a:avLst>
              <a:gd name="adj" fmla="val 6873"/>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36">
            <a:extLst>
              <a:ext uri="{FF2B5EF4-FFF2-40B4-BE49-F238E27FC236}">
                <a16:creationId xmlns:a16="http://schemas.microsoft.com/office/drawing/2014/main" id="{80FDFE4A-7A5D-3380-7061-50715322931F}"/>
              </a:ext>
            </a:extLst>
          </p:cNvPr>
          <p:cNvGrpSpPr/>
          <p:nvPr/>
        </p:nvGrpSpPr>
        <p:grpSpPr>
          <a:xfrm>
            <a:off x="6842734" y="-74955"/>
            <a:ext cx="4493392" cy="5973876"/>
            <a:chOff x="6842734" y="-74955"/>
            <a:chExt cx="4493392" cy="5973876"/>
          </a:xfrm>
        </p:grpSpPr>
        <p:sp>
          <p:nvSpPr>
            <p:cNvPr id="483" name="Google Shape;483;p36">
              <a:extLst>
                <a:ext uri="{FF2B5EF4-FFF2-40B4-BE49-F238E27FC236}">
                  <a16:creationId xmlns:a16="http://schemas.microsoft.com/office/drawing/2014/main" id="{02F6021B-AE8D-D4A4-78D5-FE535AF91BFF}"/>
                </a:ext>
              </a:extLst>
            </p:cNvPr>
            <p:cNvSpPr/>
            <p:nvPr/>
          </p:nvSpPr>
          <p:spPr>
            <a:xfrm>
              <a:off x="7095300" y="477443"/>
              <a:ext cx="4240826" cy="3633921"/>
            </a:xfrm>
            <a:custGeom>
              <a:avLst/>
              <a:gdLst/>
              <a:ahLst/>
              <a:cxnLst/>
              <a:rect l="l" t="t" r="r" b="b"/>
              <a:pathLst>
                <a:path w="53644" h="45967" extrusionOk="0">
                  <a:moveTo>
                    <a:pt x="8173" y="0"/>
                  </a:moveTo>
                  <a:cubicBezTo>
                    <a:pt x="6356" y="0"/>
                    <a:pt x="4625" y="618"/>
                    <a:pt x="3324" y="2094"/>
                  </a:cubicBezTo>
                  <a:cubicBezTo>
                    <a:pt x="0" y="5859"/>
                    <a:pt x="1081" y="12546"/>
                    <a:pt x="2431" y="16889"/>
                  </a:cubicBezTo>
                  <a:cubicBezTo>
                    <a:pt x="2583" y="17382"/>
                    <a:pt x="2751" y="17874"/>
                    <a:pt x="2938" y="18356"/>
                  </a:cubicBezTo>
                  <a:cubicBezTo>
                    <a:pt x="3075" y="18711"/>
                    <a:pt x="3217" y="19046"/>
                    <a:pt x="3365" y="19355"/>
                  </a:cubicBezTo>
                  <a:cubicBezTo>
                    <a:pt x="4577" y="21994"/>
                    <a:pt x="6323" y="24541"/>
                    <a:pt x="8839" y="26089"/>
                  </a:cubicBezTo>
                  <a:cubicBezTo>
                    <a:pt x="11924" y="27981"/>
                    <a:pt x="15760" y="27662"/>
                    <a:pt x="19226" y="27748"/>
                  </a:cubicBezTo>
                  <a:cubicBezTo>
                    <a:pt x="23407" y="27849"/>
                    <a:pt x="27664" y="29671"/>
                    <a:pt x="30013" y="33238"/>
                  </a:cubicBezTo>
                  <a:cubicBezTo>
                    <a:pt x="32403" y="36861"/>
                    <a:pt x="32327" y="41874"/>
                    <a:pt x="36163" y="44492"/>
                  </a:cubicBezTo>
                  <a:cubicBezTo>
                    <a:pt x="37670" y="45519"/>
                    <a:pt x="39230" y="45967"/>
                    <a:pt x="40759" y="45967"/>
                  </a:cubicBezTo>
                  <a:cubicBezTo>
                    <a:pt x="43999" y="45967"/>
                    <a:pt x="47100" y="43955"/>
                    <a:pt x="49254" y="41174"/>
                  </a:cubicBezTo>
                  <a:cubicBezTo>
                    <a:pt x="52075" y="37525"/>
                    <a:pt x="53643" y="32578"/>
                    <a:pt x="52309" y="28037"/>
                  </a:cubicBezTo>
                  <a:cubicBezTo>
                    <a:pt x="51233" y="24358"/>
                    <a:pt x="48189" y="21410"/>
                    <a:pt x="44606" y="20157"/>
                  </a:cubicBezTo>
                  <a:cubicBezTo>
                    <a:pt x="42901" y="19558"/>
                    <a:pt x="41035" y="19385"/>
                    <a:pt x="39101" y="19385"/>
                  </a:cubicBezTo>
                  <a:cubicBezTo>
                    <a:pt x="36451" y="19385"/>
                    <a:pt x="33673" y="19710"/>
                    <a:pt x="31009" y="19710"/>
                  </a:cubicBezTo>
                  <a:cubicBezTo>
                    <a:pt x="27728" y="19710"/>
                    <a:pt x="24618" y="19217"/>
                    <a:pt x="22128" y="17016"/>
                  </a:cubicBezTo>
                  <a:cubicBezTo>
                    <a:pt x="18810" y="14078"/>
                    <a:pt x="19231" y="9471"/>
                    <a:pt x="17481" y="5747"/>
                  </a:cubicBezTo>
                  <a:cubicBezTo>
                    <a:pt x="16009" y="2613"/>
                    <a:pt x="11910" y="0"/>
                    <a:pt x="8173" y="0"/>
                  </a:cubicBezTo>
                  <a:close/>
                </a:path>
              </a:pathLst>
            </a:custGeom>
            <a:solidFill>
              <a:schemeClr val="lt2"/>
            </a:solidFill>
            <a:ln>
              <a:noFill/>
            </a:ln>
            <a:effectLst>
              <a:outerShdw blurRad="214313" dist="47625" dir="264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6">
              <a:extLst>
                <a:ext uri="{FF2B5EF4-FFF2-40B4-BE49-F238E27FC236}">
                  <a16:creationId xmlns:a16="http://schemas.microsoft.com/office/drawing/2014/main" id="{CC8D8043-4767-0373-1D19-7B9D9983E908}"/>
                </a:ext>
              </a:extLst>
            </p:cNvPr>
            <p:cNvSpPr/>
            <p:nvPr/>
          </p:nvSpPr>
          <p:spPr>
            <a:xfrm>
              <a:off x="6842734" y="2668180"/>
              <a:ext cx="3939311" cy="3230741"/>
            </a:xfrm>
            <a:custGeom>
              <a:avLst/>
              <a:gdLst/>
              <a:ahLst/>
              <a:cxnLst/>
              <a:rect l="l" t="t" r="r" b="b"/>
              <a:pathLst>
                <a:path w="49830" h="40867" extrusionOk="0">
                  <a:moveTo>
                    <a:pt x="3106" y="0"/>
                  </a:moveTo>
                  <a:cubicBezTo>
                    <a:pt x="2761" y="0"/>
                    <a:pt x="2398" y="82"/>
                    <a:pt x="2010" y="280"/>
                  </a:cubicBezTo>
                  <a:cubicBezTo>
                    <a:pt x="57" y="1275"/>
                    <a:pt x="1" y="4400"/>
                    <a:pt x="823" y="6136"/>
                  </a:cubicBezTo>
                  <a:cubicBezTo>
                    <a:pt x="1259" y="7059"/>
                    <a:pt x="1893" y="7871"/>
                    <a:pt x="2523" y="8678"/>
                  </a:cubicBezTo>
                  <a:cubicBezTo>
                    <a:pt x="3527" y="9957"/>
                    <a:pt x="4633" y="10088"/>
                    <a:pt x="6039" y="10697"/>
                  </a:cubicBezTo>
                  <a:cubicBezTo>
                    <a:pt x="8779" y="11890"/>
                    <a:pt x="11585" y="14701"/>
                    <a:pt x="11417" y="17897"/>
                  </a:cubicBezTo>
                  <a:cubicBezTo>
                    <a:pt x="11280" y="20505"/>
                    <a:pt x="8885" y="21845"/>
                    <a:pt x="6972" y="23164"/>
                  </a:cubicBezTo>
                  <a:cubicBezTo>
                    <a:pt x="3598" y="25488"/>
                    <a:pt x="1386" y="29015"/>
                    <a:pt x="1487" y="33196"/>
                  </a:cubicBezTo>
                  <a:cubicBezTo>
                    <a:pt x="1538" y="35261"/>
                    <a:pt x="2360" y="37250"/>
                    <a:pt x="3877" y="38660"/>
                  </a:cubicBezTo>
                  <a:cubicBezTo>
                    <a:pt x="5346" y="40024"/>
                    <a:pt x="7589" y="40867"/>
                    <a:pt x="9747" y="40867"/>
                  </a:cubicBezTo>
                  <a:cubicBezTo>
                    <a:pt x="11017" y="40867"/>
                    <a:pt x="12258" y="40574"/>
                    <a:pt x="13295" y="39924"/>
                  </a:cubicBezTo>
                  <a:cubicBezTo>
                    <a:pt x="15908" y="38285"/>
                    <a:pt x="16847" y="34799"/>
                    <a:pt x="17663" y="32069"/>
                  </a:cubicBezTo>
                  <a:cubicBezTo>
                    <a:pt x="18161" y="30420"/>
                    <a:pt x="18805" y="28751"/>
                    <a:pt x="20119" y="27563"/>
                  </a:cubicBezTo>
                  <a:cubicBezTo>
                    <a:pt x="21437" y="26373"/>
                    <a:pt x="23077" y="25723"/>
                    <a:pt x="24828" y="25723"/>
                  </a:cubicBezTo>
                  <a:cubicBezTo>
                    <a:pt x="25040" y="25723"/>
                    <a:pt x="25253" y="25733"/>
                    <a:pt x="25467" y="25752"/>
                  </a:cubicBezTo>
                  <a:cubicBezTo>
                    <a:pt x="31379" y="26280"/>
                    <a:pt x="35362" y="31678"/>
                    <a:pt x="40903" y="33170"/>
                  </a:cubicBezTo>
                  <a:cubicBezTo>
                    <a:pt x="41473" y="33323"/>
                    <a:pt x="42010" y="33395"/>
                    <a:pt x="42514" y="33395"/>
                  </a:cubicBezTo>
                  <a:cubicBezTo>
                    <a:pt x="48797" y="33395"/>
                    <a:pt x="49830" y="22268"/>
                    <a:pt x="43587" y="19947"/>
                  </a:cubicBezTo>
                  <a:cubicBezTo>
                    <a:pt x="41517" y="19176"/>
                    <a:pt x="39248" y="19019"/>
                    <a:pt x="37193" y="18197"/>
                  </a:cubicBezTo>
                  <a:cubicBezTo>
                    <a:pt x="34327" y="17060"/>
                    <a:pt x="32383" y="14868"/>
                    <a:pt x="31328" y="12032"/>
                  </a:cubicBezTo>
                  <a:cubicBezTo>
                    <a:pt x="30323" y="9332"/>
                    <a:pt x="29912" y="6212"/>
                    <a:pt x="27791" y="4091"/>
                  </a:cubicBezTo>
                  <a:cubicBezTo>
                    <a:pt x="25768" y="2067"/>
                    <a:pt x="22419" y="1567"/>
                    <a:pt x="19651" y="1567"/>
                  </a:cubicBezTo>
                  <a:cubicBezTo>
                    <a:pt x="19553" y="1567"/>
                    <a:pt x="19455" y="1568"/>
                    <a:pt x="19358" y="1569"/>
                  </a:cubicBezTo>
                  <a:cubicBezTo>
                    <a:pt x="16611" y="1599"/>
                    <a:pt x="13963" y="2409"/>
                    <a:pt x="11213" y="2409"/>
                  </a:cubicBezTo>
                  <a:cubicBezTo>
                    <a:pt x="11124" y="2409"/>
                    <a:pt x="11035" y="2408"/>
                    <a:pt x="10945" y="2406"/>
                  </a:cubicBezTo>
                  <a:cubicBezTo>
                    <a:pt x="9286" y="2376"/>
                    <a:pt x="7602" y="2056"/>
                    <a:pt x="6110" y="1310"/>
                  </a:cubicBezTo>
                  <a:cubicBezTo>
                    <a:pt x="5516" y="1011"/>
                    <a:pt x="4958" y="615"/>
                    <a:pt x="4385" y="336"/>
                  </a:cubicBezTo>
                  <a:cubicBezTo>
                    <a:pt x="3975" y="138"/>
                    <a:pt x="3555" y="0"/>
                    <a:pt x="3106" y="0"/>
                  </a:cubicBezTo>
                  <a:close/>
                </a:path>
              </a:pathLst>
            </a:custGeom>
            <a:solidFill>
              <a:schemeClr val="lt1"/>
            </a:solidFill>
            <a:ln>
              <a:noFill/>
            </a:ln>
            <a:effectLst>
              <a:outerShdw blurRad="214313" dist="57150" dir="48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12B41155-E571-05F8-C5F6-02DF94DB05B0}"/>
                </a:ext>
              </a:extLst>
            </p:cNvPr>
            <p:cNvSpPr/>
            <p:nvPr/>
          </p:nvSpPr>
          <p:spPr>
            <a:xfrm>
              <a:off x="7989398" y="-74955"/>
              <a:ext cx="2925905" cy="1911155"/>
            </a:xfrm>
            <a:custGeom>
              <a:avLst/>
              <a:gdLst/>
              <a:ahLst/>
              <a:cxnLst/>
              <a:rect l="l" t="t" r="r" b="b"/>
              <a:pathLst>
                <a:path w="37011" h="24175" extrusionOk="0">
                  <a:moveTo>
                    <a:pt x="8897" y="1"/>
                  </a:moveTo>
                  <a:cubicBezTo>
                    <a:pt x="8691" y="1"/>
                    <a:pt x="8486" y="7"/>
                    <a:pt x="8282" y="20"/>
                  </a:cubicBezTo>
                  <a:cubicBezTo>
                    <a:pt x="4908" y="233"/>
                    <a:pt x="2979" y="1913"/>
                    <a:pt x="2031" y="4227"/>
                  </a:cubicBezTo>
                  <a:cubicBezTo>
                    <a:pt x="1" y="9184"/>
                    <a:pt x="1614" y="16232"/>
                    <a:pt x="5384" y="19946"/>
                  </a:cubicBezTo>
                  <a:cubicBezTo>
                    <a:pt x="8151" y="22666"/>
                    <a:pt x="11185" y="23495"/>
                    <a:pt x="14419" y="23495"/>
                  </a:cubicBezTo>
                  <a:cubicBezTo>
                    <a:pt x="16530" y="23495"/>
                    <a:pt x="18725" y="23142"/>
                    <a:pt x="20987" y="22732"/>
                  </a:cubicBezTo>
                  <a:cubicBezTo>
                    <a:pt x="22054" y="22538"/>
                    <a:pt x="23124" y="22437"/>
                    <a:pt x="24193" y="22437"/>
                  </a:cubicBezTo>
                  <a:cubicBezTo>
                    <a:pt x="25249" y="22437"/>
                    <a:pt x="26304" y="22535"/>
                    <a:pt x="27355" y="22737"/>
                  </a:cubicBezTo>
                  <a:cubicBezTo>
                    <a:pt x="29000" y="23055"/>
                    <a:pt x="30704" y="24174"/>
                    <a:pt x="32427" y="24174"/>
                  </a:cubicBezTo>
                  <a:cubicBezTo>
                    <a:pt x="32793" y="24174"/>
                    <a:pt x="33159" y="24124"/>
                    <a:pt x="33525" y="24005"/>
                  </a:cubicBezTo>
                  <a:cubicBezTo>
                    <a:pt x="34459" y="23701"/>
                    <a:pt x="35195" y="22940"/>
                    <a:pt x="35656" y="22077"/>
                  </a:cubicBezTo>
                  <a:cubicBezTo>
                    <a:pt x="37011" y="19540"/>
                    <a:pt x="36869" y="16262"/>
                    <a:pt x="35276" y="13867"/>
                  </a:cubicBezTo>
                  <a:cubicBezTo>
                    <a:pt x="33581" y="11320"/>
                    <a:pt x="30797" y="10910"/>
                    <a:pt x="27964" y="10910"/>
                  </a:cubicBezTo>
                  <a:cubicBezTo>
                    <a:pt x="26618" y="10910"/>
                    <a:pt x="25261" y="11003"/>
                    <a:pt x="24003" y="11003"/>
                  </a:cubicBezTo>
                  <a:cubicBezTo>
                    <a:pt x="23811" y="11003"/>
                    <a:pt x="23620" y="11000"/>
                    <a:pt x="23433" y="10995"/>
                  </a:cubicBezTo>
                  <a:cubicBezTo>
                    <a:pt x="20531" y="10919"/>
                    <a:pt x="18678" y="7540"/>
                    <a:pt x="17684" y="5257"/>
                  </a:cubicBezTo>
                  <a:cubicBezTo>
                    <a:pt x="16231" y="1928"/>
                    <a:pt x="12448" y="1"/>
                    <a:pt x="8897" y="1"/>
                  </a:cubicBezTo>
                  <a:close/>
                </a:path>
              </a:pathLst>
            </a:custGeom>
            <a:solidFill>
              <a:schemeClr val="dk2"/>
            </a:solidFill>
            <a:ln>
              <a:noFill/>
            </a:ln>
            <a:effectLst>
              <a:outerShdw blurRad="214313" dist="38100" dir="426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36">
            <a:extLst>
              <a:ext uri="{FF2B5EF4-FFF2-40B4-BE49-F238E27FC236}">
                <a16:creationId xmlns:a16="http://schemas.microsoft.com/office/drawing/2014/main" id="{47117965-DB8B-C208-5788-689F193CD476}"/>
              </a:ext>
            </a:extLst>
          </p:cNvPr>
          <p:cNvGrpSpPr/>
          <p:nvPr/>
        </p:nvGrpSpPr>
        <p:grpSpPr>
          <a:xfrm rot="5400000">
            <a:off x="8057050" y="4277050"/>
            <a:ext cx="150451" cy="512600"/>
            <a:chOff x="2990775" y="3601075"/>
            <a:chExt cx="150451" cy="512600"/>
          </a:xfrm>
        </p:grpSpPr>
        <p:sp>
          <p:nvSpPr>
            <p:cNvPr id="490" name="Google Shape;490;p36">
              <a:extLst>
                <a:ext uri="{FF2B5EF4-FFF2-40B4-BE49-F238E27FC236}">
                  <a16:creationId xmlns:a16="http://schemas.microsoft.com/office/drawing/2014/main" id="{EB0293F6-4444-5E96-BC41-292BED04812D}"/>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6">
              <a:extLst>
                <a:ext uri="{FF2B5EF4-FFF2-40B4-BE49-F238E27FC236}">
                  <a16:creationId xmlns:a16="http://schemas.microsoft.com/office/drawing/2014/main" id="{5F30192E-99EF-E4B5-2EF5-1CE2D9FDE36A}"/>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4791F848-7A01-34E0-7E3A-BEAD66655360}"/>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311B20D9-D309-36F2-AA52-F3EF105319F1}"/>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6">
              <a:extLst>
                <a:ext uri="{FF2B5EF4-FFF2-40B4-BE49-F238E27FC236}">
                  <a16:creationId xmlns:a16="http://schemas.microsoft.com/office/drawing/2014/main" id="{30A7BD0F-FC45-5E49-FC4C-68648DCE963C}"/>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6">
              <a:extLst>
                <a:ext uri="{FF2B5EF4-FFF2-40B4-BE49-F238E27FC236}">
                  <a16:creationId xmlns:a16="http://schemas.microsoft.com/office/drawing/2014/main" id="{CC631B5E-6D20-5977-FCFB-234BB7E58143}"/>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3BBE2392-095C-50F2-E020-C6B4797102FA}"/>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26674752-0EB7-38F8-A084-5E6A9850D249}"/>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6">
              <a:extLst>
                <a:ext uri="{FF2B5EF4-FFF2-40B4-BE49-F238E27FC236}">
                  <a16:creationId xmlns:a16="http://schemas.microsoft.com/office/drawing/2014/main" id="{B7546011-AAFE-13AF-656C-F3281462C9BB}"/>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6">
              <a:extLst>
                <a:ext uri="{FF2B5EF4-FFF2-40B4-BE49-F238E27FC236}">
                  <a16:creationId xmlns:a16="http://schemas.microsoft.com/office/drawing/2014/main" id="{DCB41AEC-15B8-DBD5-3350-0CFFC4C3C8D9}"/>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36">
            <a:extLst>
              <a:ext uri="{FF2B5EF4-FFF2-40B4-BE49-F238E27FC236}">
                <a16:creationId xmlns:a16="http://schemas.microsoft.com/office/drawing/2014/main" id="{418034E9-2CB4-0124-DD0A-C6C8D4AC3A58}"/>
              </a:ext>
            </a:extLst>
          </p:cNvPr>
          <p:cNvGrpSpPr/>
          <p:nvPr/>
        </p:nvGrpSpPr>
        <p:grpSpPr>
          <a:xfrm>
            <a:off x="7151890" y="3274810"/>
            <a:ext cx="780917" cy="739694"/>
            <a:chOff x="5397450" y="983750"/>
            <a:chExt cx="780917" cy="739694"/>
          </a:xfrm>
        </p:grpSpPr>
        <p:sp>
          <p:nvSpPr>
            <p:cNvPr id="501" name="Google Shape;501;p36">
              <a:extLst>
                <a:ext uri="{FF2B5EF4-FFF2-40B4-BE49-F238E27FC236}">
                  <a16:creationId xmlns:a16="http://schemas.microsoft.com/office/drawing/2014/main" id="{D75E8248-6393-5CFB-4066-6011858866CE}"/>
                </a:ext>
              </a:extLst>
            </p:cNvPr>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6">
              <a:extLst>
                <a:ext uri="{FF2B5EF4-FFF2-40B4-BE49-F238E27FC236}">
                  <a16:creationId xmlns:a16="http://schemas.microsoft.com/office/drawing/2014/main" id="{75D0FF18-E706-244C-2FA2-22C757BA9B0D}"/>
                </a:ext>
              </a:extLst>
            </p:cNvPr>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6">
              <a:extLst>
                <a:ext uri="{FF2B5EF4-FFF2-40B4-BE49-F238E27FC236}">
                  <a16:creationId xmlns:a16="http://schemas.microsoft.com/office/drawing/2014/main" id="{1A036C94-DC2D-699C-23B8-F4FEB2240103}"/>
                </a:ext>
              </a:extLst>
            </p:cNvPr>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6">
            <a:extLst>
              <a:ext uri="{FF2B5EF4-FFF2-40B4-BE49-F238E27FC236}">
                <a16:creationId xmlns:a16="http://schemas.microsoft.com/office/drawing/2014/main" id="{5DF7AFD3-B8EE-5A56-BB63-49F2F24CA00A}"/>
              </a:ext>
            </a:extLst>
          </p:cNvPr>
          <p:cNvGrpSpPr/>
          <p:nvPr/>
        </p:nvGrpSpPr>
        <p:grpSpPr>
          <a:xfrm>
            <a:off x="8093407" y="906687"/>
            <a:ext cx="791469" cy="739694"/>
            <a:chOff x="8352525" y="3155950"/>
            <a:chExt cx="791469" cy="739694"/>
          </a:xfrm>
        </p:grpSpPr>
        <p:sp>
          <p:nvSpPr>
            <p:cNvPr id="505" name="Google Shape;505;p36">
              <a:extLst>
                <a:ext uri="{FF2B5EF4-FFF2-40B4-BE49-F238E27FC236}">
                  <a16:creationId xmlns:a16="http://schemas.microsoft.com/office/drawing/2014/main" id="{21A125AA-CC17-331C-1FD6-9CD2996760C5}"/>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a:extLst>
                <a:ext uri="{FF2B5EF4-FFF2-40B4-BE49-F238E27FC236}">
                  <a16:creationId xmlns:a16="http://schemas.microsoft.com/office/drawing/2014/main" id="{A31B87CB-305C-8E7A-F9A7-DF40C64014B8}"/>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6">
              <a:extLst>
                <a:ext uri="{FF2B5EF4-FFF2-40B4-BE49-F238E27FC236}">
                  <a16:creationId xmlns:a16="http://schemas.microsoft.com/office/drawing/2014/main" id="{406FAC62-89A1-6234-67E8-2228262E30C7}"/>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36">
            <a:extLst>
              <a:ext uri="{FF2B5EF4-FFF2-40B4-BE49-F238E27FC236}">
                <a16:creationId xmlns:a16="http://schemas.microsoft.com/office/drawing/2014/main" id="{EF55AB5B-ECC8-05C9-3E3F-B31AD26EBE96}"/>
              </a:ext>
            </a:extLst>
          </p:cNvPr>
          <p:cNvGrpSpPr/>
          <p:nvPr/>
        </p:nvGrpSpPr>
        <p:grpSpPr>
          <a:xfrm>
            <a:off x="264180" y="3543857"/>
            <a:ext cx="791469" cy="739694"/>
            <a:chOff x="8352525" y="3155950"/>
            <a:chExt cx="791469" cy="739694"/>
          </a:xfrm>
        </p:grpSpPr>
        <p:sp>
          <p:nvSpPr>
            <p:cNvPr id="509" name="Google Shape;509;p36">
              <a:extLst>
                <a:ext uri="{FF2B5EF4-FFF2-40B4-BE49-F238E27FC236}">
                  <a16:creationId xmlns:a16="http://schemas.microsoft.com/office/drawing/2014/main" id="{DC63F73C-6C7F-ECFF-D5E0-10E92D989690}"/>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6">
              <a:extLst>
                <a:ext uri="{FF2B5EF4-FFF2-40B4-BE49-F238E27FC236}">
                  <a16:creationId xmlns:a16="http://schemas.microsoft.com/office/drawing/2014/main" id="{D08D3138-DFD7-50A8-34AE-82CC2BAEE9DB}"/>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6">
              <a:extLst>
                <a:ext uri="{FF2B5EF4-FFF2-40B4-BE49-F238E27FC236}">
                  <a16:creationId xmlns:a16="http://schemas.microsoft.com/office/drawing/2014/main" id="{8D736761-CC63-E39B-7A13-4674F8205EEA}"/>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 name="Google Shape;512;p36">
            <a:extLst>
              <a:ext uri="{FF2B5EF4-FFF2-40B4-BE49-F238E27FC236}">
                <a16:creationId xmlns:a16="http://schemas.microsoft.com/office/drawing/2014/main" id="{7F010896-19CD-FCF3-3488-6CD65EF9DED2}"/>
              </a:ext>
            </a:extLst>
          </p:cNvPr>
          <p:cNvGrpSpPr/>
          <p:nvPr/>
        </p:nvGrpSpPr>
        <p:grpSpPr>
          <a:xfrm rot="5400000">
            <a:off x="638000" y="1828625"/>
            <a:ext cx="150451" cy="512600"/>
            <a:chOff x="2990775" y="3601075"/>
            <a:chExt cx="150451" cy="512600"/>
          </a:xfrm>
        </p:grpSpPr>
        <p:sp>
          <p:nvSpPr>
            <p:cNvPr id="513" name="Google Shape;513;p36">
              <a:extLst>
                <a:ext uri="{FF2B5EF4-FFF2-40B4-BE49-F238E27FC236}">
                  <a16:creationId xmlns:a16="http://schemas.microsoft.com/office/drawing/2014/main" id="{2CBB1DA1-EE0F-2C7E-0BAB-F1A6A52EA320}"/>
                </a:ext>
              </a:extLst>
            </p:cNvPr>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6">
              <a:extLst>
                <a:ext uri="{FF2B5EF4-FFF2-40B4-BE49-F238E27FC236}">
                  <a16:creationId xmlns:a16="http://schemas.microsoft.com/office/drawing/2014/main" id="{4BB63DD5-73C9-8EC9-9CBE-3577E90CD101}"/>
                </a:ext>
              </a:extLst>
            </p:cNvPr>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6">
              <a:extLst>
                <a:ext uri="{FF2B5EF4-FFF2-40B4-BE49-F238E27FC236}">
                  <a16:creationId xmlns:a16="http://schemas.microsoft.com/office/drawing/2014/main" id="{CB3B7649-BF90-1550-0C66-3BB2F4956FFA}"/>
                </a:ext>
              </a:extLst>
            </p:cNvPr>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6">
              <a:extLst>
                <a:ext uri="{FF2B5EF4-FFF2-40B4-BE49-F238E27FC236}">
                  <a16:creationId xmlns:a16="http://schemas.microsoft.com/office/drawing/2014/main" id="{479A89EC-494B-1559-38CD-F8870EF2996C}"/>
                </a:ext>
              </a:extLst>
            </p:cNvPr>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6">
              <a:extLst>
                <a:ext uri="{FF2B5EF4-FFF2-40B4-BE49-F238E27FC236}">
                  <a16:creationId xmlns:a16="http://schemas.microsoft.com/office/drawing/2014/main" id="{A7086A9A-B512-2EAC-1BB4-4AE7317938F4}"/>
                </a:ext>
              </a:extLst>
            </p:cNvPr>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6">
              <a:extLst>
                <a:ext uri="{FF2B5EF4-FFF2-40B4-BE49-F238E27FC236}">
                  <a16:creationId xmlns:a16="http://schemas.microsoft.com/office/drawing/2014/main" id="{9BA15D55-2606-3EB8-9A29-C407545E7CE0}"/>
                </a:ext>
              </a:extLst>
            </p:cNvPr>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6">
              <a:extLst>
                <a:ext uri="{FF2B5EF4-FFF2-40B4-BE49-F238E27FC236}">
                  <a16:creationId xmlns:a16="http://schemas.microsoft.com/office/drawing/2014/main" id="{3CFDB884-A09B-2582-6ED8-9E426210DFC7}"/>
                </a:ext>
              </a:extLst>
            </p:cNvPr>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6">
              <a:extLst>
                <a:ext uri="{FF2B5EF4-FFF2-40B4-BE49-F238E27FC236}">
                  <a16:creationId xmlns:a16="http://schemas.microsoft.com/office/drawing/2014/main" id="{B9DE19C0-3DD9-2702-44F6-F2457686D860}"/>
                </a:ext>
              </a:extLst>
            </p:cNvPr>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6">
              <a:extLst>
                <a:ext uri="{FF2B5EF4-FFF2-40B4-BE49-F238E27FC236}">
                  <a16:creationId xmlns:a16="http://schemas.microsoft.com/office/drawing/2014/main" id="{02AAAB3F-7732-84E2-2D92-2C528086BDE2}"/>
                </a:ext>
              </a:extLst>
            </p:cNvPr>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6">
              <a:extLst>
                <a:ext uri="{FF2B5EF4-FFF2-40B4-BE49-F238E27FC236}">
                  <a16:creationId xmlns:a16="http://schemas.microsoft.com/office/drawing/2014/main" id="{9E4F8C4A-CA58-0023-42EE-F980CFD84FFD}"/>
                </a:ext>
              </a:extLst>
            </p:cNvPr>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06CF9490-0F05-4B5A-5790-3083DA27052A}"/>
              </a:ext>
            </a:extLst>
          </p:cNvPr>
          <p:cNvPicPr>
            <a:picLocks noChangeAspect="1"/>
          </p:cNvPicPr>
          <p:nvPr/>
        </p:nvPicPr>
        <p:blipFill>
          <a:blip r:embed="rId3"/>
          <a:stretch>
            <a:fillRect/>
          </a:stretch>
        </p:blipFill>
        <p:spPr>
          <a:xfrm>
            <a:off x="2987531" y="1159871"/>
            <a:ext cx="2694194" cy="3655416"/>
          </a:xfrm>
          <a:prstGeom prst="rect">
            <a:avLst/>
          </a:prstGeom>
        </p:spPr>
      </p:pic>
    </p:spTree>
    <p:extLst>
      <p:ext uri="{BB962C8B-B14F-4D97-AF65-F5344CB8AC3E}">
        <p14:creationId xmlns:p14="http://schemas.microsoft.com/office/powerpoint/2010/main" val="2633302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63"/>
          <p:cNvSpPr txBox="1">
            <a:spLocks noGrp="1"/>
          </p:cNvSpPr>
          <p:nvPr>
            <p:ph type="title"/>
          </p:nvPr>
        </p:nvSpPr>
        <p:spPr>
          <a:xfrm>
            <a:off x="887748" y="53136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rPr>
              <a:t>Scientific Method</a:t>
            </a:r>
          </a:p>
        </p:txBody>
      </p:sp>
      <p:sp>
        <p:nvSpPr>
          <p:cNvPr id="1504" name="Google Shape;1504;p63"/>
          <p:cNvSpPr txBox="1">
            <a:spLocks noGrp="1"/>
          </p:cNvSpPr>
          <p:nvPr>
            <p:ph type="body" idx="1"/>
          </p:nvPr>
        </p:nvSpPr>
        <p:spPr>
          <a:xfrm>
            <a:off x="2465770" y="1494479"/>
            <a:ext cx="4547956" cy="707296"/>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dirty="0">
                <a:latin typeface="Daytona" panose="020B0604030500040204" pitchFamily="34" charset="0"/>
              </a:rPr>
              <a:t>The method we have used is basically an Application Based Research Method</a:t>
            </a:r>
          </a:p>
        </p:txBody>
      </p:sp>
      <p:sp>
        <p:nvSpPr>
          <p:cNvPr id="1505" name="Google Shape;1505;p63"/>
          <p:cNvSpPr/>
          <p:nvPr/>
        </p:nvSpPr>
        <p:spPr>
          <a:xfrm rot="4624391">
            <a:off x="5146138" y="2963603"/>
            <a:ext cx="1888548" cy="1406176"/>
          </a:xfrm>
          <a:custGeom>
            <a:avLst/>
            <a:gdLst/>
            <a:ahLst/>
            <a:cxnLst/>
            <a:rect l="l" t="t" r="r" b="b"/>
            <a:pathLst>
              <a:path w="56785" h="42281" extrusionOk="0">
                <a:moveTo>
                  <a:pt x="7892" y="0"/>
                </a:moveTo>
                <a:cubicBezTo>
                  <a:pt x="6611" y="0"/>
                  <a:pt x="5352" y="301"/>
                  <a:pt x="4223" y="1000"/>
                </a:cubicBezTo>
                <a:cubicBezTo>
                  <a:pt x="965" y="3019"/>
                  <a:pt x="1" y="7398"/>
                  <a:pt x="1168" y="10879"/>
                </a:cubicBezTo>
                <a:cubicBezTo>
                  <a:pt x="2117" y="13705"/>
                  <a:pt x="4943" y="15547"/>
                  <a:pt x="7541" y="16709"/>
                </a:cubicBezTo>
                <a:cubicBezTo>
                  <a:pt x="10007" y="17815"/>
                  <a:pt x="13660" y="18099"/>
                  <a:pt x="15431" y="20327"/>
                </a:cubicBezTo>
                <a:cubicBezTo>
                  <a:pt x="18968" y="24771"/>
                  <a:pt x="16542" y="31728"/>
                  <a:pt x="18460" y="36837"/>
                </a:cubicBezTo>
                <a:cubicBezTo>
                  <a:pt x="19440" y="39435"/>
                  <a:pt x="21672" y="41308"/>
                  <a:pt x="24351" y="41962"/>
                </a:cubicBezTo>
                <a:cubicBezTo>
                  <a:pt x="25228" y="42176"/>
                  <a:pt x="26143" y="42280"/>
                  <a:pt x="27070" y="42280"/>
                </a:cubicBezTo>
                <a:cubicBezTo>
                  <a:pt x="31038" y="42280"/>
                  <a:pt x="35202" y="40373"/>
                  <a:pt x="37321" y="37066"/>
                </a:cubicBezTo>
                <a:cubicBezTo>
                  <a:pt x="39076" y="34326"/>
                  <a:pt x="40725" y="31581"/>
                  <a:pt x="43333" y="29541"/>
                </a:cubicBezTo>
                <a:cubicBezTo>
                  <a:pt x="45784" y="27628"/>
                  <a:pt x="48986" y="27131"/>
                  <a:pt x="51371" y="25076"/>
                </a:cubicBezTo>
                <a:cubicBezTo>
                  <a:pt x="53760" y="23016"/>
                  <a:pt x="55846" y="20068"/>
                  <a:pt x="56308" y="16881"/>
                </a:cubicBezTo>
                <a:cubicBezTo>
                  <a:pt x="56785" y="13609"/>
                  <a:pt x="54943" y="9971"/>
                  <a:pt x="51908" y="8606"/>
                </a:cubicBezTo>
                <a:cubicBezTo>
                  <a:pt x="50883" y="8144"/>
                  <a:pt x="49732" y="7814"/>
                  <a:pt x="48539" y="7642"/>
                </a:cubicBezTo>
                <a:cubicBezTo>
                  <a:pt x="47893" y="7547"/>
                  <a:pt x="47234" y="7498"/>
                  <a:pt x="46576" y="7498"/>
                </a:cubicBezTo>
                <a:cubicBezTo>
                  <a:pt x="44553" y="7498"/>
                  <a:pt x="42541" y="7961"/>
                  <a:pt x="40933" y="8991"/>
                </a:cubicBezTo>
                <a:cubicBezTo>
                  <a:pt x="38300" y="10676"/>
                  <a:pt x="36570" y="13710"/>
                  <a:pt x="33632" y="14928"/>
                </a:cubicBezTo>
                <a:cubicBezTo>
                  <a:pt x="32737" y="15298"/>
                  <a:pt x="31798" y="15466"/>
                  <a:pt x="30859" y="15466"/>
                </a:cubicBezTo>
                <a:cubicBezTo>
                  <a:pt x="29353" y="15466"/>
                  <a:pt x="27844" y="15034"/>
                  <a:pt x="26513" y="14309"/>
                </a:cubicBezTo>
                <a:cubicBezTo>
                  <a:pt x="21865" y="11787"/>
                  <a:pt x="19171" y="6891"/>
                  <a:pt x="15482" y="3288"/>
                </a:cubicBezTo>
                <a:cubicBezTo>
                  <a:pt x="13570" y="1425"/>
                  <a:pt x="10677" y="0"/>
                  <a:pt x="7892"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63"/>
          <p:cNvSpPr/>
          <p:nvPr/>
        </p:nvSpPr>
        <p:spPr>
          <a:xfrm rot="4624391">
            <a:off x="6536610" y="3031433"/>
            <a:ext cx="1990650" cy="1270517"/>
          </a:xfrm>
          <a:custGeom>
            <a:avLst/>
            <a:gdLst/>
            <a:ahLst/>
            <a:cxnLst/>
            <a:rect l="l" t="t" r="r" b="b"/>
            <a:pathLst>
              <a:path w="59855" h="38202" extrusionOk="0">
                <a:moveTo>
                  <a:pt x="12013" y="1"/>
                </a:moveTo>
                <a:cubicBezTo>
                  <a:pt x="11296" y="1"/>
                  <a:pt x="10574" y="54"/>
                  <a:pt x="9849" y="163"/>
                </a:cubicBezTo>
                <a:cubicBezTo>
                  <a:pt x="5328" y="848"/>
                  <a:pt x="1533" y="3873"/>
                  <a:pt x="813" y="8541"/>
                </a:cubicBezTo>
                <a:cubicBezTo>
                  <a:pt x="1" y="13818"/>
                  <a:pt x="1893" y="19881"/>
                  <a:pt x="7942" y="20485"/>
                </a:cubicBezTo>
                <a:cubicBezTo>
                  <a:pt x="8400" y="20531"/>
                  <a:pt x="8856" y="20551"/>
                  <a:pt x="9311" y="20551"/>
                </a:cubicBezTo>
                <a:cubicBezTo>
                  <a:pt x="12608" y="20551"/>
                  <a:pt x="15808" y="19473"/>
                  <a:pt x="19099" y="19277"/>
                </a:cubicBezTo>
                <a:cubicBezTo>
                  <a:pt x="19535" y="19252"/>
                  <a:pt x="19994" y="19233"/>
                  <a:pt x="20463" y="19233"/>
                </a:cubicBezTo>
                <a:cubicBezTo>
                  <a:pt x="22137" y="19233"/>
                  <a:pt x="23936" y="19466"/>
                  <a:pt x="25224" y="20429"/>
                </a:cubicBezTo>
                <a:cubicBezTo>
                  <a:pt x="28897" y="23184"/>
                  <a:pt x="28811" y="29786"/>
                  <a:pt x="30475" y="33662"/>
                </a:cubicBezTo>
                <a:cubicBezTo>
                  <a:pt x="31483" y="36014"/>
                  <a:pt x="34274" y="38202"/>
                  <a:pt x="36972" y="38202"/>
                </a:cubicBezTo>
                <a:cubicBezTo>
                  <a:pt x="37534" y="38202"/>
                  <a:pt x="38092" y="38107"/>
                  <a:pt x="38629" y="37899"/>
                </a:cubicBezTo>
                <a:cubicBezTo>
                  <a:pt x="41623" y="36742"/>
                  <a:pt x="43572" y="32977"/>
                  <a:pt x="45444" y="30552"/>
                </a:cubicBezTo>
                <a:cubicBezTo>
                  <a:pt x="46814" y="28776"/>
                  <a:pt x="48407" y="26954"/>
                  <a:pt x="50406" y="25873"/>
                </a:cubicBezTo>
                <a:cubicBezTo>
                  <a:pt x="51355" y="25356"/>
                  <a:pt x="52365" y="24991"/>
                  <a:pt x="53359" y="24595"/>
                </a:cubicBezTo>
                <a:cubicBezTo>
                  <a:pt x="54521" y="24123"/>
                  <a:pt x="55658" y="23605"/>
                  <a:pt x="56627" y="22743"/>
                </a:cubicBezTo>
                <a:cubicBezTo>
                  <a:pt x="59854" y="19871"/>
                  <a:pt x="59712" y="13838"/>
                  <a:pt x="55658" y="11788"/>
                </a:cubicBezTo>
                <a:cubicBezTo>
                  <a:pt x="54273" y="11087"/>
                  <a:pt x="52668" y="10798"/>
                  <a:pt x="51041" y="10798"/>
                </a:cubicBezTo>
                <a:cubicBezTo>
                  <a:pt x="49168" y="10798"/>
                  <a:pt x="47266" y="11182"/>
                  <a:pt x="45637" y="11763"/>
                </a:cubicBezTo>
                <a:cubicBezTo>
                  <a:pt x="42613" y="12838"/>
                  <a:pt x="40314" y="15046"/>
                  <a:pt x="37072" y="15690"/>
                </a:cubicBezTo>
                <a:cubicBezTo>
                  <a:pt x="36381" y="15829"/>
                  <a:pt x="35657" y="15902"/>
                  <a:pt x="34927" y="15902"/>
                </a:cubicBezTo>
                <a:cubicBezTo>
                  <a:pt x="32668" y="15902"/>
                  <a:pt x="30350" y="15197"/>
                  <a:pt x="28801" y="13528"/>
                </a:cubicBezTo>
                <a:cubicBezTo>
                  <a:pt x="26396" y="10930"/>
                  <a:pt x="25513" y="7242"/>
                  <a:pt x="23027" y="4735"/>
                </a:cubicBezTo>
                <a:cubicBezTo>
                  <a:pt x="20082" y="1769"/>
                  <a:pt x="16143" y="1"/>
                  <a:pt x="12013" y="1"/>
                </a:cubicBezTo>
                <a:close/>
              </a:path>
            </a:pathLst>
          </a:custGeom>
          <a:solidFill>
            <a:schemeClr val="dk2"/>
          </a:solidFill>
          <a:ln>
            <a:noFill/>
          </a:ln>
          <a:effectLst>
            <a:outerShdw blurRad="171450" dist="7620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63"/>
          <p:cNvSpPr/>
          <p:nvPr/>
        </p:nvSpPr>
        <p:spPr>
          <a:xfrm rot="4624391">
            <a:off x="3784577" y="2975942"/>
            <a:ext cx="1582077" cy="1381499"/>
          </a:xfrm>
          <a:custGeom>
            <a:avLst/>
            <a:gdLst/>
            <a:ahLst/>
            <a:cxnLst/>
            <a:rect l="l" t="t" r="r" b="b"/>
            <a:pathLst>
              <a:path w="47570" h="41539" extrusionOk="0">
                <a:moveTo>
                  <a:pt x="6399" y="1"/>
                </a:moveTo>
                <a:cubicBezTo>
                  <a:pt x="6121" y="1"/>
                  <a:pt x="5840" y="20"/>
                  <a:pt x="5556" y="61"/>
                </a:cubicBezTo>
                <a:cubicBezTo>
                  <a:pt x="5480" y="71"/>
                  <a:pt x="5409" y="81"/>
                  <a:pt x="5343" y="96"/>
                </a:cubicBezTo>
                <a:cubicBezTo>
                  <a:pt x="2816" y="584"/>
                  <a:pt x="1274" y="3090"/>
                  <a:pt x="868" y="5485"/>
                </a:cubicBezTo>
                <a:cubicBezTo>
                  <a:pt x="0" y="10554"/>
                  <a:pt x="1162" y="16232"/>
                  <a:pt x="4105" y="20458"/>
                </a:cubicBezTo>
                <a:cubicBezTo>
                  <a:pt x="6957" y="24553"/>
                  <a:pt x="11224" y="27126"/>
                  <a:pt x="16039" y="28227"/>
                </a:cubicBezTo>
                <a:cubicBezTo>
                  <a:pt x="18576" y="28810"/>
                  <a:pt x="20642" y="29708"/>
                  <a:pt x="22270" y="31789"/>
                </a:cubicBezTo>
                <a:cubicBezTo>
                  <a:pt x="23879" y="33839"/>
                  <a:pt x="25061" y="36218"/>
                  <a:pt x="27010" y="37984"/>
                </a:cubicBezTo>
                <a:cubicBezTo>
                  <a:pt x="29288" y="40054"/>
                  <a:pt x="32109" y="41313"/>
                  <a:pt x="35189" y="41511"/>
                </a:cubicBezTo>
                <a:cubicBezTo>
                  <a:pt x="35478" y="41529"/>
                  <a:pt x="35767" y="41539"/>
                  <a:pt x="36055" y="41539"/>
                </a:cubicBezTo>
                <a:cubicBezTo>
                  <a:pt x="40719" y="41539"/>
                  <a:pt x="45077" y="39073"/>
                  <a:pt x="46869" y="34605"/>
                </a:cubicBezTo>
                <a:cubicBezTo>
                  <a:pt x="47417" y="33250"/>
                  <a:pt x="47570" y="31692"/>
                  <a:pt x="47067" y="30322"/>
                </a:cubicBezTo>
                <a:cubicBezTo>
                  <a:pt x="46545" y="28902"/>
                  <a:pt x="45347" y="27785"/>
                  <a:pt x="43962" y="27171"/>
                </a:cubicBezTo>
                <a:cubicBezTo>
                  <a:pt x="42797" y="26657"/>
                  <a:pt x="41545" y="26498"/>
                  <a:pt x="40255" y="26498"/>
                </a:cubicBezTo>
                <a:cubicBezTo>
                  <a:pt x="38178" y="26498"/>
                  <a:pt x="36004" y="26909"/>
                  <a:pt x="33940" y="26909"/>
                </a:cubicBezTo>
                <a:cubicBezTo>
                  <a:pt x="32163" y="26909"/>
                  <a:pt x="30468" y="26605"/>
                  <a:pt x="28988" y="25472"/>
                </a:cubicBezTo>
                <a:cubicBezTo>
                  <a:pt x="23793" y="21504"/>
                  <a:pt x="28659" y="13208"/>
                  <a:pt x="27223" y="8012"/>
                </a:cubicBezTo>
                <a:cubicBezTo>
                  <a:pt x="25097" y="315"/>
                  <a:pt x="17612" y="2892"/>
                  <a:pt x="11843" y="1335"/>
                </a:cubicBezTo>
                <a:cubicBezTo>
                  <a:pt x="10049" y="849"/>
                  <a:pt x="8275" y="1"/>
                  <a:pt x="6399" y="1"/>
                </a:cubicBezTo>
                <a:close/>
              </a:path>
            </a:pathLst>
          </a:custGeom>
          <a:solidFill>
            <a:schemeClr val="lt2"/>
          </a:solidFill>
          <a:ln>
            <a:noFill/>
          </a:ln>
          <a:effectLst>
            <a:outerShdw blurRad="171450" dist="11430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63"/>
          <p:cNvSpPr/>
          <p:nvPr/>
        </p:nvSpPr>
        <p:spPr>
          <a:xfrm>
            <a:off x="2996925" y="3307591"/>
            <a:ext cx="718200" cy="718200"/>
          </a:xfrm>
          <a:prstGeom prst="donut">
            <a:avLst>
              <a:gd name="adj" fmla="val 25000"/>
            </a:avLst>
          </a:prstGeom>
          <a:solidFill>
            <a:schemeClr val="lt2"/>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63"/>
          <p:cNvSpPr/>
          <p:nvPr/>
        </p:nvSpPr>
        <p:spPr>
          <a:xfrm>
            <a:off x="2053988" y="3328366"/>
            <a:ext cx="407100" cy="676650"/>
          </a:xfrm>
          <a:custGeom>
            <a:avLst/>
            <a:gdLst/>
            <a:ahLst/>
            <a:cxnLst/>
            <a:rect l="l" t="t" r="r" b="b"/>
            <a:pathLst>
              <a:path w="16284" h="27066" extrusionOk="0">
                <a:moveTo>
                  <a:pt x="8144" y="1"/>
                </a:moveTo>
                <a:cubicBezTo>
                  <a:pt x="8144" y="1"/>
                  <a:pt x="1" y="14431"/>
                  <a:pt x="1" y="18927"/>
                </a:cubicBezTo>
                <a:cubicBezTo>
                  <a:pt x="1" y="23423"/>
                  <a:pt x="3649" y="27066"/>
                  <a:pt x="8144" y="27066"/>
                </a:cubicBezTo>
                <a:cubicBezTo>
                  <a:pt x="12640" y="27066"/>
                  <a:pt x="16283" y="23423"/>
                  <a:pt x="16283" y="18927"/>
                </a:cubicBezTo>
                <a:cubicBezTo>
                  <a:pt x="16283" y="14431"/>
                  <a:pt x="8144" y="1"/>
                  <a:pt x="8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0" name="Google Shape;1510;p63"/>
          <p:cNvGrpSpPr/>
          <p:nvPr/>
        </p:nvGrpSpPr>
        <p:grpSpPr>
          <a:xfrm>
            <a:off x="971400" y="3410391"/>
            <a:ext cx="546751" cy="512600"/>
            <a:chOff x="971400" y="3462175"/>
            <a:chExt cx="546751" cy="512600"/>
          </a:xfrm>
        </p:grpSpPr>
        <p:grpSp>
          <p:nvGrpSpPr>
            <p:cNvPr id="1511" name="Google Shape;1511;p63"/>
            <p:cNvGrpSpPr/>
            <p:nvPr/>
          </p:nvGrpSpPr>
          <p:grpSpPr>
            <a:xfrm>
              <a:off x="971400" y="3462175"/>
              <a:ext cx="150451" cy="512600"/>
              <a:chOff x="2990775" y="3601075"/>
              <a:chExt cx="150451" cy="512600"/>
            </a:xfrm>
          </p:grpSpPr>
          <p:sp>
            <p:nvSpPr>
              <p:cNvPr id="1512" name="Google Shape;1512;p6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6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6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6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6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6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6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6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6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6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63"/>
            <p:cNvGrpSpPr/>
            <p:nvPr/>
          </p:nvGrpSpPr>
          <p:grpSpPr>
            <a:xfrm>
              <a:off x="1169550" y="3462175"/>
              <a:ext cx="150451" cy="512600"/>
              <a:chOff x="2990775" y="3601075"/>
              <a:chExt cx="150451" cy="512600"/>
            </a:xfrm>
          </p:grpSpPr>
          <p:sp>
            <p:nvSpPr>
              <p:cNvPr id="1523" name="Google Shape;1523;p6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6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6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6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6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6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6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6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6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3" name="Google Shape;1533;p63"/>
            <p:cNvGrpSpPr/>
            <p:nvPr/>
          </p:nvGrpSpPr>
          <p:grpSpPr>
            <a:xfrm>
              <a:off x="1367700" y="3462175"/>
              <a:ext cx="150451" cy="512600"/>
              <a:chOff x="2990775" y="3601075"/>
              <a:chExt cx="150451" cy="512600"/>
            </a:xfrm>
          </p:grpSpPr>
          <p:sp>
            <p:nvSpPr>
              <p:cNvPr id="1534" name="Google Shape;1534;p6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6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6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6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6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6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6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6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6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6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4" name="Google Shape;1544;p63"/>
          <p:cNvGrpSpPr/>
          <p:nvPr/>
        </p:nvGrpSpPr>
        <p:grpSpPr>
          <a:xfrm rot="10800000">
            <a:off x="232891" y="4322240"/>
            <a:ext cx="604586" cy="572671"/>
            <a:chOff x="5397450" y="983750"/>
            <a:chExt cx="780917" cy="739694"/>
          </a:xfrm>
        </p:grpSpPr>
        <p:sp>
          <p:nvSpPr>
            <p:cNvPr id="1545" name="Google Shape;1545;p63"/>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46" name="Google Shape;1546;p63"/>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47" name="Google Shape;1547;p63"/>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548" name="Google Shape;1548;p63"/>
          <p:cNvGrpSpPr/>
          <p:nvPr/>
        </p:nvGrpSpPr>
        <p:grpSpPr>
          <a:xfrm rot="10800000">
            <a:off x="8252975" y="2100975"/>
            <a:ext cx="791469" cy="739694"/>
            <a:chOff x="8352525" y="3155950"/>
            <a:chExt cx="791469" cy="739694"/>
          </a:xfrm>
        </p:grpSpPr>
        <p:sp>
          <p:nvSpPr>
            <p:cNvPr id="1549" name="Google Shape;1549;p63"/>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0" name="Google Shape;1550;p63"/>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1" name="Google Shape;1551;p63"/>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552" name="Google Shape;1552;p63"/>
          <p:cNvGrpSpPr/>
          <p:nvPr/>
        </p:nvGrpSpPr>
        <p:grpSpPr>
          <a:xfrm rot="5400000">
            <a:off x="413973" y="780682"/>
            <a:ext cx="150451" cy="512600"/>
            <a:chOff x="2990775" y="3601075"/>
            <a:chExt cx="150451" cy="512600"/>
          </a:xfrm>
        </p:grpSpPr>
        <p:sp>
          <p:nvSpPr>
            <p:cNvPr id="1553" name="Google Shape;1553;p63"/>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4" name="Google Shape;1554;p63"/>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5" name="Google Shape;1555;p63"/>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6" name="Google Shape;1556;p63"/>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7" name="Google Shape;1557;p63"/>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8" name="Google Shape;1558;p63"/>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59" name="Google Shape;1559;p63"/>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60" name="Google Shape;1560;p63"/>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61" name="Google Shape;1561;p63"/>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62" name="Google Shape;1562;p63"/>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pic>
        <p:nvPicPr>
          <p:cNvPr id="2" name="Picture 1" descr="A diagram of a diagram&#10;&#10;Description automatically generated with medium confidence">
            <a:extLst>
              <a:ext uri="{FF2B5EF4-FFF2-40B4-BE49-F238E27FC236}">
                <a16:creationId xmlns:a16="http://schemas.microsoft.com/office/drawing/2014/main" id="{D98BC7F6-0BB2-108A-48A1-21531C8A8A40}"/>
              </a:ext>
            </a:extLst>
          </p:cNvPr>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harpenSoften amount="17000"/>
                    </a14:imgEffect>
                    <a14:imgEffect>
                      <a14:brightnessContrast contrast="-15000"/>
                    </a14:imgEffect>
                  </a14:imgLayer>
                </a14:imgProps>
              </a:ext>
            </a:extLst>
          </a:blip>
          <a:stretch>
            <a:fillRect/>
          </a:stretch>
        </p:blipFill>
        <p:spPr>
          <a:xfrm>
            <a:off x="1066280" y="2526768"/>
            <a:ext cx="6967718" cy="1996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3" name="Google Shape;1333;p60"/>
          <p:cNvSpPr txBox="1">
            <a:spLocks noGrp="1"/>
          </p:cNvSpPr>
          <p:nvPr>
            <p:ph type="title"/>
          </p:nvPr>
        </p:nvSpPr>
        <p:spPr>
          <a:xfrm>
            <a:off x="1605592" y="755265"/>
            <a:ext cx="5932816" cy="45831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latin typeface="Daytona" panose="020B0604030500040204" pitchFamily="34" charset="0"/>
              </a:rPr>
              <a:t>S</a:t>
            </a:r>
            <a:r>
              <a:rPr lang="en" sz="2000" dirty="0">
                <a:latin typeface="Daytona" panose="020B0604030500040204" pitchFamily="34" charset="0"/>
              </a:rPr>
              <a:t>tep by step process to achieve the objective</a:t>
            </a:r>
            <a:endParaRPr sz="2000" dirty="0">
              <a:latin typeface="Daytona" panose="020B0604030500040204" pitchFamily="34" charset="0"/>
            </a:endParaRPr>
          </a:p>
        </p:txBody>
      </p:sp>
      <p:grpSp>
        <p:nvGrpSpPr>
          <p:cNvPr id="1395" name="Google Shape;1395;p60"/>
          <p:cNvGrpSpPr/>
          <p:nvPr/>
        </p:nvGrpSpPr>
        <p:grpSpPr>
          <a:xfrm rot="5400000">
            <a:off x="7932910" y="109247"/>
            <a:ext cx="791469" cy="739694"/>
            <a:chOff x="8352525" y="3155950"/>
            <a:chExt cx="791469" cy="739694"/>
          </a:xfrm>
        </p:grpSpPr>
        <p:sp>
          <p:nvSpPr>
            <p:cNvPr id="1396" name="Google Shape;1396;p60"/>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60"/>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60"/>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9" name="Google Shape;1399;p60"/>
          <p:cNvGrpSpPr/>
          <p:nvPr/>
        </p:nvGrpSpPr>
        <p:grpSpPr>
          <a:xfrm>
            <a:off x="5318050" y="4499775"/>
            <a:ext cx="150451" cy="512600"/>
            <a:chOff x="2990775" y="3601075"/>
            <a:chExt cx="150451" cy="512600"/>
          </a:xfrm>
        </p:grpSpPr>
        <p:sp>
          <p:nvSpPr>
            <p:cNvPr id="1400" name="Google Shape;1400;p60"/>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60"/>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60"/>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60"/>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0"/>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0"/>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60"/>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60"/>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60"/>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60"/>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Picture 23">
            <a:extLst>
              <a:ext uri="{FF2B5EF4-FFF2-40B4-BE49-F238E27FC236}">
                <a16:creationId xmlns:a16="http://schemas.microsoft.com/office/drawing/2014/main" id="{EA400E18-B40C-9DD8-A321-512CE7039CE5}"/>
              </a:ext>
            </a:extLst>
          </p:cNvPr>
          <p:cNvPicPr>
            <a:picLocks noChangeAspect="1"/>
          </p:cNvPicPr>
          <p:nvPr/>
        </p:nvPicPr>
        <p:blipFill>
          <a:blip r:embed="rId3"/>
          <a:stretch>
            <a:fillRect/>
          </a:stretch>
        </p:blipFill>
        <p:spPr>
          <a:xfrm>
            <a:off x="1356531" y="1361725"/>
            <a:ext cx="6430938" cy="2954141"/>
          </a:xfrm>
          <a:prstGeom prst="rect">
            <a:avLst/>
          </a:prstGeom>
        </p:spPr>
      </p:pic>
      <p:grpSp>
        <p:nvGrpSpPr>
          <p:cNvPr id="9" name="Google Shape;1395;p60">
            <a:extLst>
              <a:ext uri="{FF2B5EF4-FFF2-40B4-BE49-F238E27FC236}">
                <a16:creationId xmlns:a16="http://schemas.microsoft.com/office/drawing/2014/main" id="{5FC62D23-94B1-F356-F4EB-E10F4AA1365C}"/>
              </a:ext>
            </a:extLst>
          </p:cNvPr>
          <p:cNvGrpSpPr/>
          <p:nvPr/>
        </p:nvGrpSpPr>
        <p:grpSpPr>
          <a:xfrm rot="5400000">
            <a:off x="1836910" y="3827285"/>
            <a:ext cx="791469" cy="739694"/>
            <a:chOff x="8352525" y="3155950"/>
            <a:chExt cx="791469" cy="739694"/>
          </a:xfrm>
        </p:grpSpPr>
        <p:sp>
          <p:nvSpPr>
            <p:cNvPr id="10" name="Google Shape;1396;p60">
              <a:extLst>
                <a:ext uri="{FF2B5EF4-FFF2-40B4-BE49-F238E27FC236}">
                  <a16:creationId xmlns:a16="http://schemas.microsoft.com/office/drawing/2014/main" id="{8226237B-3504-495A-4E22-2F93BFC17E1F}"/>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97;p60">
              <a:extLst>
                <a:ext uri="{FF2B5EF4-FFF2-40B4-BE49-F238E27FC236}">
                  <a16:creationId xmlns:a16="http://schemas.microsoft.com/office/drawing/2014/main" id="{10A8A613-C7EF-18C4-59D4-F00510D803A1}"/>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98;p60">
              <a:extLst>
                <a:ext uri="{FF2B5EF4-FFF2-40B4-BE49-F238E27FC236}">
                  <a16:creationId xmlns:a16="http://schemas.microsoft.com/office/drawing/2014/main" id="{140EEA2D-CB4B-626B-F84E-17BB02A82F79}"/>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oogle Shape;1395;p60">
            <a:extLst>
              <a:ext uri="{FF2B5EF4-FFF2-40B4-BE49-F238E27FC236}">
                <a16:creationId xmlns:a16="http://schemas.microsoft.com/office/drawing/2014/main" id="{842750B1-8AA3-F09B-4CF2-4EEEA283249C}"/>
              </a:ext>
            </a:extLst>
          </p:cNvPr>
          <p:cNvGrpSpPr/>
          <p:nvPr/>
        </p:nvGrpSpPr>
        <p:grpSpPr>
          <a:xfrm rot="5400000">
            <a:off x="7142673" y="1146718"/>
            <a:ext cx="791469" cy="739694"/>
            <a:chOff x="8352525" y="3155950"/>
            <a:chExt cx="791469" cy="739694"/>
          </a:xfrm>
        </p:grpSpPr>
        <p:sp>
          <p:nvSpPr>
            <p:cNvPr id="6" name="Google Shape;1396;p60">
              <a:extLst>
                <a:ext uri="{FF2B5EF4-FFF2-40B4-BE49-F238E27FC236}">
                  <a16:creationId xmlns:a16="http://schemas.microsoft.com/office/drawing/2014/main" id="{B5CC064B-E985-64DE-0825-B00BDDEF6386}"/>
                </a:ext>
              </a:extLst>
            </p:cNvPr>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97;p60">
              <a:extLst>
                <a:ext uri="{FF2B5EF4-FFF2-40B4-BE49-F238E27FC236}">
                  <a16:creationId xmlns:a16="http://schemas.microsoft.com/office/drawing/2014/main" id="{E0B45DD3-E57B-4331-BA48-7A9F9F547F23}"/>
                </a:ext>
              </a:extLst>
            </p:cNvPr>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98;p60">
              <a:extLst>
                <a:ext uri="{FF2B5EF4-FFF2-40B4-BE49-F238E27FC236}">
                  <a16:creationId xmlns:a16="http://schemas.microsoft.com/office/drawing/2014/main" id="{490E6BBA-8D08-AAE8-2FF4-4F937CE7C598}"/>
                </a:ext>
              </a:extLst>
            </p:cNvPr>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64"/>
          <p:cNvSpPr txBox="1">
            <a:spLocks noGrp="1"/>
          </p:cNvSpPr>
          <p:nvPr>
            <p:ph type="title"/>
          </p:nvPr>
        </p:nvSpPr>
        <p:spPr>
          <a:xfrm>
            <a:off x="720000" y="58543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00659C"/>
                </a:solidFill>
              </a:rPr>
              <a:t>References</a:t>
            </a:r>
          </a:p>
        </p:txBody>
      </p:sp>
      <p:grpSp>
        <p:nvGrpSpPr>
          <p:cNvPr id="1569" name="Google Shape;1569;p64"/>
          <p:cNvGrpSpPr/>
          <p:nvPr/>
        </p:nvGrpSpPr>
        <p:grpSpPr>
          <a:xfrm rot="10800000">
            <a:off x="267041" y="1405465"/>
            <a:ext cx="604586" cy="572671"/>
            <a:chOff x="5397450" y="983750"/>
            <a:chExt cx="780917" cy="739694"/>
          </a:xfrm>
        </p:grpSpPr>
        <p:sp>
          <p:nvSpPr>
            <p:cNvPr id="1570" name="Google Shape;1570;p64"/>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64"/>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64"/>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64"/>
          <p:cNvGrpSpPr/>
          <p:nvPr/>
        </p:nvGrpSpPr>
        <p:grpSpPr>
          <a:xfrm>
            <a:off x="8237113" y="665775"/>
            <a:ext cx="791469" cy="739694"/>
            <a:chOff x="8352525" y="3155950"/>
            <a:chExt cx="791469" cy="739694"/>
          </a:xfrm>
        </p:grpSpPr>
        <p:sp>
          <p:nvSpPr>
            <p:cNvPr id="1574" name="Google Shape;1574;p64"/>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64"/>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1"/>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64"/>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7" name="Google Shape;1577;p64"/>
          <p:cNvGrpSpPr/>
          <p:nvPr/>
        </p:nvGrpSpPr>
        <p:grpSpPr>
          <a:xfrm>
            <a:off x="7892273" y="4504107"/>
            <a:ext cx="150451" cy="512600"/>
            <a:chOff x="2990775" y="3601075"/>
            <a:chExt cx="150451" cy="512600"/>
          </a:xfrm>
        </p:grpSpPr>
        <p:sp>
          <p:nvSpPr>
            <p:cNvPr id="1578" name="Google Shape;1578;p64"/>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64"/>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64"/>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64"/>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64"/>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64"/>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64"/>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64"/>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64"/>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64"/>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a:extLst>
              <a:ext uri="{FF2B5EF4-FFF2-40B4-BE49-F238E27FC236}">
                <a16:creationId xmlns:a16="http://schemas.microsoft.com/office/drawing/2014/main" id="{3852FE46-8EFA-65F9-3881-961AAE74A089}"/>
              </a:ext>
            </a:extLst>
          </p:cNvPr>
          <p:cNvPicPr>
            <a:picLocks noChangeAspect="1"/>
          </p:cNvPicPr>
          <p:nvPr/>
        </p:nvPicPr>
        <p:blipFill>
          <a:blip r:embed="rId3"/>
          <a:stretch>
            <a:fillRect/>
          </a:stretch>
        </p:blipFill>
        <p:spPr>
          <a:xfrm>
            <a:off x="972428" y="1296984"/>
            <a:ext cx="7163886" cy="349070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Google Shape;1446;p62"/>
          <p:cNvSpPr txBox="1">
            <a:spLocks noGrp="1"/>
          </p:cNvSpPr>
          <p:nvPr>
            <p:ph type="title"/>
          </p:nvPr>
        </p:nvSpPr>
        <p:spPr>
          <a:xfrm>
            <a:off x="1020234" y="728100"/>
            <a:ext cx="3982800" cy="190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 </a:t>
            </a:r>
            <a:br>
              <a:rPr lang="en" dirty="0"/>
            </a:br>
            <a:r>
              <a:rPr lang="en" sz="3200" dirty="0"/>
              <a:t>for being with us!</a:t>
            </a:r>
            <a:endParaRPr dirty="0"/>
          </a:p>
        </p:txBody>
      </p:sp>
      <p:sp>
        <p:nvSpPr>
          <p:cNvPr id="1447" name="Google Shape;1447;p62"/>
          <p:cNvSpPr txBox="1">
            <a:spLocks noGrp="1"/>
          </p:cNvSpPr>
          <p:nvPr>
            <p:ph type="subTitle" idx="1"/>
          </p:nvPr>
        </p:nvSpPr>
        <p:spPr>
          <a:xfrm>
            <a:off x="1056644" y="2232631"/>
            <a:ext cx="3982800" cy="39626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t>Do you have any questions?</a:t>
            </a:r>
            <a:endParaRPr b="1" dirty="0"/>
          </a:p>
        </p:txBody>
      </p:sp>
      <p:sp>
        <p:nvSpPr>
          <p:cNvPr id="1448" name="Google Shape;1448;p62"/>
          <p:cNvSpPr txBox="1"/>
          <p:nvPr/>
        </p:nvSpPr>
        <p:spPr>
          <a:xfrm>
            <a:off x="1020200" y="3986025"/>
            <a:ext cx="4151700" cy="2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Familjen Grotesk"/>
                <a:ea typeface="Familjen Grotesk"/>
                <a:cs typeface="Familjen Grotesk"/>
                <a:sym typeface="Familjen Grotesk"/>
              </a:rPr>
              <a:t>Please keep this slide for attribution</a:t>
            </a:r>
            <a:endParaRPr sz="1000">
              <a:solidFill>
                <a:schemeClr val="dk1"/>
              </a:solidFill>
              <a:latin typeface="Familjen Grotesk"/>
              <a:ea typeface="Familjen Grotesk"/>
              <a:cs typeface="Familjen Grotesk"/>
              <a:sym typeface="Familjen Grotesk"/>
            </a:endParaRPr>
          </a:p>
        </p:txBody>
      </p:sp>
      <p:grpSp>
        <p:nvGrpSpPr>
          <p:cNvPr id="1461" name="Google Shape;1461;p62"/>
          <p:cNvGrpSpPr/>
          <p:nvPr/>
        </p:nvGrpSpPr>
        <p:grpSpPr>
          <a:xfrm>
            <a:off x="4023900" y="-1785527"/>
            <a:ext cx="7858008" cy="9619153"/>
            <a:chOff x="4023900" y="-1785527"/>
            <a:chExt cx="7858008" cy="9619153"/>
          </a:xfrm>
        </p:grpSpPr>
        <p:sp>
          <p:nvSpPr>
            <p:cNvPr id="1462" name="Google Shape;1462;p62"/>
            <p:cNvSpPr/>
            <p:nvPr/>
          </p:nvSpPr>
          <p:spPr>
            <a:xfrm rot="1393865" flipH="1">
              <a:off x="4511780" y="-1014621"/>
              <a:ext cx="4612231" cy="3421842"/>
            </a:xfrm>
            <a:custGeom>
              <a:avLst/>
              <a:gdLst/>
              <a:ahLst/>
              <a:cxnLst/>
              <a:rect l="l" t="t" r="r" b="b"/>
              <a:pathLst>
                <a:path w="61280" h="45464" extrusionOk="0">
                  <a:moveTo>
                    <a:pt x="13415" y="1"/>
                  </a:moveTo>
                  <a:cubicBezTo>
                    <a:pt x="12284" y="1"/>
                    <a:pt x="11104" y="309"/>
                    <a:pt x="9884" y="1020"/>
                  </a:cubicBezTo>
                  <a:cubicBezTo>
                    <a:pt x="8834" y="1628"/>
                    <a:pt x="7890" y="2461"/>
                    <a:pt x="7144" y="3420"/>
                  </a:cubicBezTo>
                  <a:cubicBezTo>
                    <a:pt x="4247" y="7114"/>
                    <a:pt x="4856" y="12020"/>
                    <a:pt x="6368" y="16166"/>
                  </a:cubicBezTo>
                  <a:cubicBezTo>
                    <a:pt x="7525" y="19322"/>
                    <a:pt x="7900" y="21514"/>
                    <a:pt x="6333" y="24685"/>
                  </a:cubicBezTo>
                  <a:cubicBezTo>
                    <a:pt x="4024" y="29353"/>
                    <a:pt x="0" y="32255"/>
                    <a:pt x="2370" y="37898"/>
                  </a:cubicBezTo>
                  <a:cubicBezTo>
                    <a:pt x="4263" y="42406"/>
                    <a:pt x="8693" y="45464"/>
                    <a:pt x="13450" y="45464"/>
                  </a:cubicBezTo>
                  <a:cubicBezTo>
                    <a:pt x="14481" y="45464"/>
                    <a:pt x="15528" y="45320"/>
                    <a:pt x="16567" y="45016"/>
                  </a:cubicBezTo>
                  <a:cubicBezTo>
                    <a:pt x="22169" y="43378"/>
                    <a:pt x="23676" y="37380"/>
                    <a:pt x="25751" y="32590"/>
                  </a:cubicBezTo>
                  <a:cubicBezTo>
                    <a:pt x="27480" y="28606"/>
                    <a:pt x="30625" y="25093"/>
                    <a:pt x="34488" y="25093"/>
                  </a:cubicBezTo>
                  <a:cubicBezTo>
                    <a:pt x="35943" y="25093"/>
                    <a:pt x="37500" y="25591"/>
                    <a:pt x="39121" y="26750"/>
                  </a:cubicBezTo>
                  <a:cubicBezTo>
                    <a:pt x="42558" y="29208"/>
                    <a:pt x="45266" y="33241"/>
                    <a:pt x="49393" y="33241"/>
                  </a:cubicBezTo>
                  <a:cubicBezTo>
                    <a:pt x="50335" y="33241"/>
                    <a:pt x="51351" y="33031"/>
                    <a:pt x="52466" y="32544"/>
                  </a:cubicBezTo>
                  <a:cubicBezTo>
                    <a:pt x="56419" y="30819"/>
                    <a:pt x="59600" y="26613"/>
                    <a:pt x="60331" y="22381"/>
                  </a:cubicBezTo>
                  <a:cubicBezTo>
                    <a:pt x="61279" y="16922"/>
                    <a:pt x="58687" y="11893"/>
                    <a:pt x="54693" y="8296"/>
                  </a:cubicBezTo>
                  <a:cubicBezTo>
                    <a:pt x="52060" y="5923"/>
                    <a:pt x="48635" y="4169"/>
                    <a:pt x="45042" y="4169"/>
                  </a:cubicBezTo>
                  <a:cubicBezTo>
                    <a:pt x="44786" y="4169"/>
                    <a:pt x="44529" y="4178"/>
                    <a:pt x="44271" y="4196"/>
                  </a:cubicBezTo>
                  <a:cubicBezTo>
                    <a:pt x="39202" y="4551"/>
                    <a:pt x="36554" y="8986"/>
                    <a:pt x="32261" y="11036"/>
                  </a:cubicBezTo>
                  <a:cubicBezTo>
                    <a:pt x="31469" y="11412"/>
                    <a:pt x="30706" y="11578"/>
                    <a:pt x="29973" y="11578"/>
                  </a:cubicBezTo>
                  <a:cubicBezTo>
                    <a:pt x="26183" y="11578"/>
                    <a:pt x="23177" y="7146"/>
                    <a:pt x="20941" y="4480"/>
                  </a:cubicBezTo>
                  <a:cubicBezTo>
                    <a:pt x="18882" y="2024"/>
                    <a:pt x="16312" y="1"/>
                    <a:pt x="13415" y="1"/>
                  </a:cubicBezTo>
                  <a:close/>
                </a:path>
              </a:pathLst>
            </a:custGeom>
            <a:solidFill>
              <a:schemeClr val="lt1"/>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62"/>
            <p:cNvSpPr/>
            <p:nvPr/>
          </p:nvSpPr>
          <p:spPr>
            <a:xfrm rot="5400000">
              <a:off x="4987569" y="3530989"/>
              <a:ext cx="4988414" cy="3616860"/>
            </a:xfrm>
            <a:custGeom>
              <a:avLst/>
              <a:gdLst/>
              <a:ahLst/>
              <a:cxnLst/>
              <a:rect l="l" t="t" r="r" b="b"/>
              <a:pathLst>
                <a:path w="66278" h="48055" extrusionOk="0">
                  <a:moveTo>
                    <a:pt x="42232" y="0"/>
                  </a:moveTo>
                  <a:cubicBezTo>
                    <a:pt x="40828" y="0"/>
                    <a:pt x="39484" y="489"/>
                    <a:pt x="38457" y="1734"/>
                  </a:cubicBezTo>
                  <a:cubicBezTo>
                    <a:pt x="37462" y="2942"/>
                    <a:pt x="36980" y="4484"/>
                    <a:pt x="36660" y="6017"/>
                  </a:cubicBezTo>
                  <a:cubicBezTo>
                    <a:pt x="35996" y="9193"/>
                    <a:pt x="35625" y="12785"/>
                    <a:pt x="33509" y="15399"/>
                  </a:cubicBezTo>
                  <a:cubicBezTo>
                    <a:pt x="30827" y="18716"/>
                    <a:pt x="27193" y="19628"/>
                    <a:pt x="23388" y="19628"/>
                  </a:cubicBezTo>
                  <a:cubicBezTo>
                    <a:pt x="20557" y="19628"/>
                    <a:pt x="17632" y="19123"/>
                    <a:pt x="14933" y="18727"/>
                  </a:cubicBezTo>
                  <a:cubicBezTo>
                    <a:pt x="14386" y="18647"/>
                    <a:pt x="13835" y="18608"/>
                    <a:pt x="13286" y="18608"/>
                  </a:cubicBezTo>
                  <a:cubicBezTo>
                    <a:pt x="9651" y="18608"/>
                    <a:pt x="6071" y="20317"/>
                    <a:pt x="3801" y="23182"/>
                  </a:cubicBezTo>
                  <a:cubicBezTo>
                    <a:pt x="797" y="26967"/>
                    <a:pt x="0" y="34274"/>
                    <a:pt x="4019" y="37739"/>
                  </a:cubicBezTo>
                  <a:cubicBezTo>
                    <a:pt x="5860" y="39330"/>
                    <a:pt x="7953" y="39950"/>
                    <a:pt x="10143" y="39950"/>
                  </a:cubicBezTo>
                  <a:cubicBezTo>
                    <a:pt x="15618" y="39950"/>
                    <a:pt x="21703" y="36075"/>
                    <a:pt x="26005" y="33792"/>
                  </a:cubicBezTo>
                  <a:cubicBezTo>
                    <a:pt x="29034" y="32188"/>
                    <a:pt x="32469" y="30849"/>
                    <a:pt x="35889" y="30418"/>
                  </a:cubicBezTo>
                  <a:cubicBezTo>
                    <a:pt x="36411" y="30350"/>
                    <a:pt x="36940" y="30314"/>
                    <a:pt x="37469" y="30314"/>
                  </a:cubicBezTo>
                  <a:cubicBezTo>
                    <a:pt x="38820" y="30314"/>
                    <a:pt x="40168" y="30554"/>
                    <a:pt x="41374" y="31148"/>
                  </a:cubicBezTo>
                  <a:cubicBezTo>
                    <a:pt x="46829" y="33843"/>
                    <a:pt x="44013" y="41230"/>
                    <a:pt x="46935" y="45493"/>
                  </a:cubicBezTo>
                  <a:cubicBezTo>
                    <a:pt x="48139" y="47248"/>
                    <a:pt x="49905" y="48054"/>
                    <a:pt x="51806" y="48054"/>
                  </a:cubicBezTo>
                  <a:cubicBezTo>
                    <a:pt x="52741" y="48054"/>
                    <a:pt x="53708" y="47860"/>
                    <a:pt x="54658" y="47487"/>
                  </a:cubicBezTo>
                  <a:cubicBezTo>
                    <a:pt x="59275" y="45665"/>
                    <a:pt x="63192" y="41266"/>
                    <a:pt x="63791" y="36253"/>
                  </a:cubicBezTo>
                  <a:cubicBezTo>
                    <a:pt x="64192" y="32904"/>
                    <a:pt x="63061" y="29672"/>
                    <a:pt x="60838" y="27165"/>
                  </a:cubicBezTo>
                  <a:cubicBezTo>
                    <a:pt x="58418" y="24435"/>
                    <a:pt x="50512" y="22751"/>
                    <a:pt x="50035" y="18773"/>
                  </a:cubicBezTo>
                  <a:cubicBezTo>
                    <a:pt x="49797" y="16784"/>
                    <a:pt x="51674" y="15947"/>
                    <a:pt x="53293" y="15607"/>
                  </a:cubicBezTo>
                  <a:cubicBezTo>
                    <a:pt x="53766" y="15505"/>
                    <a:pt x="54245" y="15465"/>
                    <a:pt x="54729" y="15465"/>
                  </a:cubicBezTo>
                  <a:cubicBezTo>
                    <a:pt x="56677" y="15465"/>
                    <a:pt x="58689" y="16124"/>
                    <a:pt x="60622" y="16124"/>
                  </a:cubicBezTo>
                  <a:cubicBezTo>
                    <a:pt x="61335" y="16124"/>
                    <a:pt x="62037" y="16035"/>
                    <a:pt x="62721" y="15789"/>
                  </a:cubicBezTo>
                  <a:cubicBezTo>
                    <a:pt x="65217" y="14896"/>
                    <a:pt x="66278" y="11887"/>
                    <a:pt x="66156" y="9437"/>
                  </a:cubicBezTo>
                  <a:cubicBezTo>
                    <a:pt x="66085" y="8016"/>
                    <a:pt x="65390" y="6555"/>
                    <a:pt x="64126" y="5910"/>
                  </a:cubicBezTo>
                  <a:cubicBezTo>
                    <a:pt x="63475" y="5576"/>
                    <a:pt x="62775" y="5483"/>
                    <a:pt x="62063" y="5483"/>
                  </a:cubicBezTo>
                  <a:cubicBezTo>
                    <a:pt x="61576" y="5483"/>
                    <a:pt x="61083" y="5526"/>
                    <a:pt x="60595" y="5565"/>
                  </a:cubicBezTo>
                  <a:cubicBezTo>
                    <a:pt x="60199" y="5596"/>
                    <a:pt x="59808" y="5626"/>
                    <a:pt x="59422" y="5626"/>
                  </a:cubicBezTo>
                  <a:cubicBezTo>
                    <a:pt x="59407" y="5626"/>
                    <a:pt x="59391" y="5626"/>
                    <a:pt x="59375" y="5626"/>
                  </a:cubicBezTo>
                  <a:cubicBezTo>
                    <a:pt x="57813" y="5626"/>
                    <a:pt x="56261" y="5378"/>
                    <a:pt x="54764" y="4946"/>
                  </a:cubicBezTo>
                  <a:cubicBezTo>
                    <a:pt x="51588" y="4028"/>
                    <a:pt x="48721" y="2292"/>
                    <a:pt x="45753" y="877"/>
                  </a:cubicBezTo>
                  <a:cubicBezTo>
                    <a:pt x="44638" y="346"/>
                    <a:pt x="43414" y="0"/>
                    <a:pt x="42232" y="0"/>
                  </a:cubicBezTo>
                  <a:close/>
                </a:path>
              </a:pathLst>
            </a:custGeom>
            <a:solidFill>
              <a:schemeClr val="lt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62"/>
            <p:cNvSpPr/>
            <p:nvPr/>
          </p:nvSpPr>
          <p:spPr>
            <a:xfrm rot="-2700000">
              <a:off x="7278509" y="1020841"/>
              <a:ext cx="4559520" cy="2012722"/>
            </a:xfrm>
            <a:custGeom>
              <a:avLst/>
              <a:gdLst/>
              <a:ahLst/>
              <a:cxnLst/>
              <a:rect l="l" t="t" r="r" b="b"/>
              <a:pathLst>
                <a:path w="60580" h="26742" extrusionOk="0">
                  <a:moveTo>
                    <a:pt x="32779" y="1"/>
                  </a:moveTo>
                  <a:cubicBezTo>
                    <a:pt x="31782" y="1"/>
                    <a:pt x="30762" y="180"/>
                    <a:pt x="29749" y="566"/>
                  </a:cubicBezTo>
                  <a:cubicBezTo>
                    <a:pt x="23391" y="2992"/>
                    <a:pt x="19104" y="8974"/>
                    <a:pt x="12254" y="10572"/>
                  </a:cubicBezTo>
                  <a:cubicBezTo>
                    <a:pt x="11310" y="10793"/>
                    <a:pt x="10371" y="10849"/>
                    <a:pt x="9440" y="10849"/>
                  </a:cubicBezTo>
                  <a:cubicBezTo>
                    <a:pt x="8468" y="10849"/>
                    <a:pt x="7503" y="10788"/>
                    <a:pt x="6545" y="10788"/>
                  </a:cubicBezTo>
                  <a:cubicBezTo>
                    <a:pt x="6077" y="10788"/>
                    <a:pt x="5610" y="10803"/>
                    <a:pt x="5145" y="10846"/>
                  </a:cubicBezTo>
                  <a:cubicBezTo>
                    <a:pt x="4932" y="10867"/>
                    <a:pt x="4724" y="10892"/>
                    <a:pt x="4511" y="10922"/>
                  </a:cubicBezTo>
                  <a:cubicBezTo>
                    <a:pt x="457" y="11557"/>
                    <a:pt x="0" y="16747"/>
                    <a:pt x="1365" y="19812"/>
                  </a:cubicBezTo>
                  <a:cubicBezTo>
                    <a:pt x="2628" y="22638"/>
                    <a:pt x="5434" y="24379"/>
                    <a:pt x="8469" y="24643"/>
                  </a:cubicBezTo>
                  <a:cubicBezTo>
                    <a:pt x="8904" y="24680"/>
                    <a:pt x="9336" y="24699"/>
                    <a:pt x="9763" y="24699"/>
                  </a:cubicBezTo>
                  <a:cubicBezTo>
                    <a:pt x="17407" y="24699"/>
                    <a:pt x="23833" y="18836"/>
                    <a:pt x="29095" y="13911"/>
                  </a:cubicBezTo>
                  <a:cubicBezTo>
                    <a:pt x="30311" y="12773"/>
                    <a:pt x="31888" y="11597"/>
                    <a:pt x="33643" y="11597"/>
                  </a:cubicBezTo>
                  <a:cubicBezTo>
                    <a:pt x="33828" y="11597"/>
                    <a:pt x="34015" y="11610"/>
                    <a:pt x="34204" y="11638"/>
                  </a:cubicBezTo>
                  <a:cubicBezTo>
                    <a:pt x="36579" y="11983"/>
                    <a:pt x="39111" y="14931"/>
                    <a:pt x="40090" y="16935"/>
                  </a:cubicBezTo>
                  <a:cubicBezTo>
                    <a:pt x="41871" y="20593"/>
                    <a:pt x="43652" y="23090"/>
                    <a:pt x="47356" y="24962"/>
                  </a:cubicBezTo>
                  <a:cubicBezTo>
                    <a:pt x="49300" y="25946"/>
                    <a:pt x="51900" y="26741"/>
                    <a:pt x="54380" y="26741"/>
                  </a:cubicBezTo>
                  <a:cubicBezTo>
                    <a:pt x="56108" y="26741"/>
                    <a:pt x="57778" y="26355"/>
                    <a:pt x="59128" y="25378"/>
                  </a:cubicBezTo>
                  <a:cubicBezTo>
                    <a:pt x="60407" y="24455"/>
                    <a:pt x="60579" y="22273"/>
                    <a:pt x="60320" y="20857"/>
                  </a:cubicBezTo>
                  <a:cubicBezTo>
                    <a:pt x="59945" y="18792"/>
                    <a:pt x="58839" y="18143"/>
                    <a:pt x="56809" y="17980"/>
                  </a:cubicBezTo>
                  <a:cubicBezTo>
                    <a:pt x="53760" y="17732"/>
                    <a:pt x="50365" y="16595"/>
                    <a:pt x="47458" y="15677"/>
                  </a:cubicBezTo>
                  <a:cubicBezTo>
                    <a:pt x="43728" y="14494"/>
                    <a:pt x="42612" y="10146"/>
                    <a:pt x="41607" y="6858"/>
                  </a:cubicBezTo>
                  <a:cubicBezTo>
                    <a:pt x="40393" y="2879"/>
                    <a:pt x="36774" y="1"/>
                    <a:pt x="32779" y="1"/>
                  </a:cubicBezTo>
                  <a:close/>
                </a:path>
              </a:pathLst>
            </a:custGeom>
            <a:solidFill>
              <a:schemeClr val="dk2"/>
            </a:solidFill>
            <a:ln>
              <a:noFill/>
            </a:ln>
            <a:effectLst>
              <a:outerShdw blurRad="214313" dist="14287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5" name="Google Shape;1465;p62"/>
          <p:cNvGrpSpPr/>
          <p:nvPr/>
        </p:nvGrpSpPr>
        <p:grpSpPr>
          <a:xfrm rot="5400000">
            <a:off x="8099250" y="370025"/>
            <a:ext cx="150451" cy="512600"/>
            <a:chOff x="2990775" y="3601075"/>
            <a:chExt cx="150451" cy="512600"/>
          </a:xfrm>
        </p:grpSpPr>
        <p:sp>
          <p:nvSpPr>
            <p:cNvPr id="1466" name="Google Shape;1466;p62"/>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62"/>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62"/>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62"/>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62"/>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62"/>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62"/>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62"/>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62"/>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62"/>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6" name="Google Shape;1476;p62"/>
          <p:cNvGrpSpPr/>
          <p:nvPr/>
        </p:nvGrpSpPr>
        <p:grpSpPr>
          <a:xfrm>
            <a:off x="6056650" y="3217175"/>
            <a:ext cx="780917" cy="739694"/>
            <a:chOff x="5397450" y="983750"/>
            <a:chExt cx="780917" cy="739694"/>
          </a:xfrm>
        </p:grpSpPr>
        <p:sp>
          <p:nvSpPr>
            <p:cNvPr id="1477" name="Google Shape;1477;p62"/>
            <p:cNvSpPr/>
            <p:nvPr/>
          </p:nvSpPr>
          <p:spPr>
            <a:xfrm>
              <a:off x="5397450" y="9837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62"/>
            <p:cNvSpPr/>
            <p:nvPr/>
          </p:nvSpPr>
          <p:spPr>
            <a:xfrm>
              <a:off x="5498250" y="10845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dk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62"/>
            <p:cNvSpPr/>
            <p:nvPr/>
          </p:nvSpPr>
          <p:spPr>
            <a:xfrm>
              <a:off x="5926700" y="983750"/>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0" name="Google Shape;1480;p62"/>
          <p:cNvGrpSpPr/>
          <p:nvPr/>
        </p:nvGrpSpPr>
        <p:grpSpPr>
          <a:xfrm>
            <a:off x="8169000" y="3654300"/>
            <a:ext cx="791469" cy="739694"/>
            <a:chOff x="8352525" y="3155950"/>
            <a:chExt cx="791469" cy="739694"/>
          </a:xfrm>
        </p:grpSpPr>
        <p:sp>
          <p:nvSpPr>
            <p:cNvPr id="1481" name="Google Shape;1481;p62"/>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62"/>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62"/>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4" name="Google Shape;1484;p62"/>
          <p:cNvGrpSpPr/>
          <p:nvPr/>
        </p:nvGrpSpPr>
        <p:grpSpPr>
          <a:xfrm>
            <a:off x="192355" y="326457"/>
            <a:ext cx="791469" cy="739694"/>
            <a:chOff x="8352525" y="3155950"/>
            <a:chExt cx="791469" cy="739694"/>
          </a:xfrm>
        </p:grpSpPr>
        <p:sp>
          <p:nvSpPr>
            <p:cNvPr id="1485" name="Google Shape;1485;p62"/>
            <p:cNvSpPr/>
            <p:nvPr/>
          </p:nvSpPr>
          <p:spPr>
            <a:xfrm>
              <a:off x="8404300" y="3155950"/>
              <a:ext cx="739694" cy="7396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952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62"/>
            <p:cNvSpPr/>
            <p:nvPr/>
          </p:nvSpPr>
          <p:spPr>
            <a:xfrm>
              <a:off x="8505100" y="3256750"/>
              <a:ext cx="538094" cy="538094"/>
            </a:xfrm>
            <a:custGeom>
              <a:avLst/>
              <a:gdLst/>
              <a:ahLst/>
              <a:cxnLst/>
              <a:rect l="l" t="t" r="r" b="b"/>
              <a:pathLst>
                <a:path w="13726" h="13726" extrusionOk="0">
                  <a:moveTo>
                    <a:pt x="6865" y="0"/>
                  </a:moveTo>
                  <a:cubicBezTo>
                    <a:pt x="3075" y="0"/>
                    <a:pt x="0" y="3070"/>
                    <a:pt x="0" y="6861"/>
                  </a:cubicBezTo>
                  <a:cubicBezTo>
                    <a:pt x="0" y="10656"/>
                    <a:pt x="3075" y="13726"/>
                    <a:pt x="6865" y="13726"/>
                  </a:cubicBezTo>
                  <a:cubicBezTo>
                    <a:pt x="10656" y="13726"/>
                    <a:pt x="13725" y="10656"/>
                    <a:pt x="13725" y="6861"/>
                  </a:cubicBezTo>
                  <a:cubicBezTo>
                    <a:pt x="13725" y="3070"/>
                    <a:pt x="10656" y="0"/>
                    <a:pt x="6865" y="0"/>
                  </a:cubicBezTo>
                  <a:close/>
                </a:path>
              </a:pathLst>
            </a:custGeom>
            <a:solidFill>
              <a:schemeClr val="lt2"/>
            </a:solidFill>
            <a:ln>
              <a:noFill/>
            </a:ln>
            <a:effectLst>
              <a:outerShdw blurRad="142875" dist="47625"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62"/>
            <p:cNvSpPr/>
            <p:nvPr/>
          </p:nvSpPr>
          <p:spPr>
            <a:xfrm>
              <a:off x="8352525" y="3636813"/>
              <a:ext cx="251667" cy="251667"/>
            </a:xfrm>
            <a:custGeom>
              <a:avLst/>
              <a:gdLst/>
              <a:ahLst/>
              <a:cxnLst/>
              <a:rect l="l" t="t" r="r" b="b"/>
              <a:pathLst>
                <a:path w="15523" h="15523" extrusionOk="0">
                  <a:moveTo>
                    <a:pt x="7759" y="1"/>
                  </a:moveTo>
                  <a:cubicBezTo>
                    <a:pt x="6755" y="5942"/>
                    <a:pt x="5938" y="6759"/>
                    <a:pt x="1" y="7764"/>
                  </a:cubicBezTo>
                  <a:cubicBezTo>
                    <a:pt x="5938" y="8769"/>
                    <a:pt x="6755" y="9585"/>
                    <a:pt x="7759" y="15522"/>
                  </a:cubicBezTo>
                  <a:cubicBezTo>
                    <a:pt x="8764" y="9585"/>
                    <a:pt x="9581" y="8769"/>
                    <a:pt x="15522" y="7764"/>
                  </a:cubicBezTo>
                  <a:cubicBezTo>
                    <a:pt x="9581" y="6759"/>
                    <a:pt x="8764" y="5942"/>
                    <a:pt x="7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62"/>
          <p:cNvGrpSpPr/>
          <p:nvPr/>
        </p:nvGrpSpPr>
        <p:grpSpPr>
          <a:xfrm>
            <a:off x="294400" y="4079000"/>
            <a:ext cx="150451" cy="512600"/>
            <a:chOff x="2990775" y="3601075"/>
            <a:chExt cx="150451" cy="512600"/>
          </a:xfrm>
        </p:grpSpPr>
        <p:sp>
          <p:nvSpPr>
            <p:cNvPr id="1489" name="Google Shape;1489;p62"/>
            <p:cNvSpPr/>
            <p:nvPr/>
          </p:nvSpPr>
          <p:spPr>
            <a:xfrm>
              <a:off x="2990775" y="4059117"/>
              <a:ext cx="54811" cy="54558"/>
            </a:xfrm>
            <a:custGeom>
              <a:avLst/>
              <a:gdLst/>
              <a:ahLst/>
              <a:cxnLst/>
              <a:rect l="l" t="t" r="r" b="b"/>
              <a:pathLst>
                <a:path w="1082" h="1077" extrusionOk="0">
                  <a:moveTo>
                    <a:pt x="539" y="1"/>
                  </a:moveTo>
                  <a:cubicBezTo>
                    <a:pt x="239" y="1"/>
                    <a:pt x="1" y="239"/>
                    <a:pt x="1" y="539"/>
                  </a:cubicBezTo>
                  <a:cubicBezTo>
                    <a:pt x="1" y="838"/>
                    <a:pt x="239" y="1076"/>
                    <a:pt x="539" y="1076"/>
                  </a:cubicBezTo>
                  <a:cubicBezTo>
                    <a:pt x="838" y="1076"/>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62"/>
            <p:cNvSpPr/>
            <p:nvPr/>
          </p:nvSpPr>
          <p:spPr>
            <a:xfrm>
              <a:off x="2990775" y="3944480"/>
              <a:ext cx="54811" cy="54811"/>
            </a:xfrm>
            <a:custGeom>
              <a:avLst/>
              <a:gdLst/>
              <a:ahLst/>
              <a:cxnLst/>
              <a:rect l="l" t="t" r="r" b="b"/>
              <a:pathLst>
                <a:path w="1082" h="1082" extrusionOk="0">
                  <a:moveTo>
                    <a:pt x="539" y="1"/>
                  </a:moveTo>
                  <a:cubicBezTo>
                    <a:pt x="239" y="1"/>
                    <a:pt x="1" y="244"/>
                    <a:pt x="1" y="544"/>
                  </a:cubicBezTo>
                  <a:cubicBezTo>
                    <a:pt x="1" y="838"/>
                    <a:pt x="239" y="1082"/>
                    <a:pt x="539" y="1082"/>
                  </a:cubicBezTo>
                  <a:cubicBezTo>
                    <a:pt x="838" y="1082"/>
                    <a:pt x="1082" y="838"/>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62"/>
            <p:cNvSpPr/>
            <p:nvPr/>
          </p:nvSpPr>
          <p:spPr>
            <a:xfrm>
              <a:off x="2990775" y="3830096"/>
              <a:ext cx="54811" cy="54811"/>
            </a:xfrm>
            <a:custGeom>
              <a:avLst/>
              <a:gdLst/>
              <a:ahLst/>
              <a:cxnLst/>
              <a:rect l="l" t="t" r="r" b="b"/>
              <a:pathLst>
                <a:path w="1082" h="1082" extrusionOk="0">
                  <a:moveTo>
                    <a:pt x="539" y="1"/>
                  </a:moveTo>
                  <a:cubicBezTo>
                    <a:pt x="239" y="1"/>
                    <a:pt x="1" y="244"/>
                    <a:pt x="1" y="539"/>
                  </a:cubicBezTo>
                  <a:cubicBezTo>
                    <a:pt x="1" y="838"/>
                    <a:pt x="239" y="1082"/>
                    <a:pt x="539" y="1082"/>
                  </a:cubicBezTo>
                  <a:cubicBezTo>
                    <a:pt x="838" y="1082"/>
                    <a:pt x="1082" y="838"/>
                    <a:pt x="1082" y="539"/>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62"/>
            <p:cNvSpPr/>
            <p:nvPr/>
          </p:nvSpPr>
          <p:spPr>
            <a:xfrm>
              <a:off x="2990775" y="3715712"/>
              <a:ext cx="54811" cy="54558"/>
            </a:xfrm>
            <a:custGeom>
              <a:avLst/>
              <a:gdLst/>
              <a:ahLst/>
              <a:cxnLst/>
              <a:rect l="l" t="t" r="r" b="b"/>
              <a:pathLst>
                <a:path w="1082" h="1077" extrusionOk="0">
                  <a:moveTo>
                    <a:pt x="539" y="1"/>
                  </a:moveTo>
                  <a:cubicBezTo>
                    <a:pt x="239" y="1"/>
                    <a:pt x="1" y="239"/>
                    <a:pt x="1" y="539"/>
                  </a:cubicBezTo>
                  <a:cubicBezTo>
                    <a:pt x="1" y="838"/>
                    <a:pt x="239" y="1077"/>
                    <a:pt x="539" y="1077"/>
                  </a:cubicBezTo>
                  <a:cubicBezTo>
                    <a:pt x="838" y="1077"/>
                    <a:pt x="1082" y="838"/>
                    <a:pt x="1082" y="539"/>
                  </a:cubicBezTo>
                  <a:cubicBezTo>
                    <a:pt x="1082" y="239"/>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62"/>
            <p:cNvSpPr/>
            <p:nvPr/>
          </p:nvSpPr>
          <p:spPr>
            <a:xfrm>
              <a:off x="2990775" y="3601075"/>
              <a:ext cx="54811" cy="54811"/>
            </a:xfrm>
            <a:custGeom>
              <a:avLst/>
              <a:gdLst/>
              <a:ahLst/>
              <a:cxnLst/>
              <a:rect l="l" t="t" r="r" b="b"/>
              <a:pathLst>
                <a:path w="1082" h="1082" extrusionOk="0">
                  <a:moveTo>
                    <a:pt x="539" y="1"/>
                  </a:moveTo>
                  <a:cubicBezTo>
                    <a:pt x="239" y="1"/>
                    <a:pt x="1" y="244"/>
                    <a:pt x="1" y="544"/>
                  </a:cubicBezTo>
                  <a:cubicBezTo>
                    <a:pt x="1" y="843"/>
                    <a:pt x="239" y="1082"/>
                    <a:pt x="539" y="1082"/>
                  </a:cubicBezTo>
                  <a:cubicBezTo>
                    <a:pt x="838" y="1082"/>
                    <a:pt x="1082" y="843"/>
                    <a:pt x="1082" y="544"/>
                  </a:cubicBezTo>
                  <a:cubicBezTo>
                    <a:pt x="1082" y="244"/>
                    <a:pt x="838"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62"/>
            <p:cNvSpPr/>
            <p:nvPr/>
          </p:nvSpPr>
          <p:spPr>
            <a:xfrm>
              <a:off x="3085908" y="4059117"/>
              <a:ext cx="54761" cy="54558"/>
            </a:xfrm>
            <a:custGeom>
              <a:avLst/>
              <a:gdLst/>
              <a:ahLst/>
              <a:cxnLst/>
              <a:rect l="l" t="t" r="r" b="b"/>
              <a:pathLst>
                <a:path w="1081" h="1077" extrusionOk="0">
                  <a:moveTo>
                    <a:pt x="543" y="1"/>
                  </a:moveTo>
                  <a:cubicBezTo>
                    <a:pt x="244" y="1"/>
                    <a:pt x="0" y="239"/>
                    <a:pt x="0" y="539"/>
                  </a:cubicBezTo>
                  <a:cubicBezTo>
                    <a:pt x="0" y="838"/>
                    <a:pt x="244" y="1076"/>
                    <a:pt x="543" y="1076"/>
                  </a:cubicBezTo>
                  <a:cubicBezTo>
                    <a:pt x="843" y="1076"/>
                    <a:pt x="1081" y="838"/>
                    <a:pt x="1081" y="539"/>
                  </a:cubicBezTo>
                  <a:cubicBezTo>
                    <a:pt x="1081" y="239"/>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62"/>
            <p:cNvSpPr/>
            <p:nvPr/>
          </p:nvSpPr>
          <p:spPr>
            <a:xfrm>
              <a:off x="3085908" y="3944480"/>
              <a:ext cx="54761" cy="54811"/>
            </a:xfrm>
            <a:custGeom>
              <a:avLst/>
              <a:gdLst/>
              <a:ahLst/>
              <a:cxnLst/>
              <a:rect l="l" t="t" r="r" b="b"/>
              <a:pathLst>
                <a:path w="1081" h="1082" extrusionOk="0">
                  <a:moveTo>
                    <a:pt x="543" y="1"/>
                  </a:moveTo>
                  <a:cubicBezTo>
                    <a:pt x="244" y="1"/>
                    <a:pt x="0" y="244"/>
                    <a:pt x="0" y="544"/>
                  </a:cubicBezTo>
                  <a:cubicBezTo>
                    <a:pt x="0" y="838"/>
                    <a:pt x="244" y="1082"/>
                    <a:pt x="543" y="1082"/>
                  </a:cubicBezTo>
                  <a:cubicBezTo>
                    <a:pt x="843" y="1082"/>
                    <a:pt x="1081" y="838"/>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62"/>
            <p:cNvSpPr/>
            <p:nvPr/>
          </p:nvSpPr>
          <p:spPr>
            <a:xfrm>
              <a:off x="3085655" y="3830096"/>
              <a:ext cx="55571" cy="54811"/>
            </a:xfrm>
            <a:custGeom>
              <a:avLst/>
              <a:gdLst/>
              <a:ahLst/>
              <a:cxnLst/>
              <a:rect l="l" t="t" r="r" b="b"/>
              <a:pathLst>
                <a:path w="1097" h="1082" extrusionOk="0">
                  <a:moveTo>
                    <a:pt x="547" y="1"/>
                  </a:moveTo>
                  <a:cubicBezTo>
                    <a:pt x="544" y="1"/>
                    <a:pt x="541" y="1"/>
                    <a:pt x="538" y="1"/>
                  </a:cubicBezTo>
                  <a:cubicBezTo>
                    <a:pt x="239" y="6"/>
                    <a:pt x="0" y="255"/>
                    <a:pt x="5" y="554"/>
                  </a:cubicBezTo>
                  <a:cubicBezTo>
                    <a:pt x="15" y="845"/>
                    <a:pt x="254" y="1082"/>
                    <a:pt x="549" y="1082"/>
                  </a:cubicBezTo>
                  <a:cubicBezTo>
                    <a:pt x="552" y="1082"/>
                    <a:pt x="555" y="1082"/>
                    <a:pt x="558" y="1082"/>
                  </a:cubicBezTo>
                  <a:cubicBezTo>
                    <a:pt x="858" y="1077"/>
                    <a:pt x="1096" y="828"/>
                    <a:pt x="1086" y="529"/>
                  </a:cubicBezTo>
                  <a:cubicBezTo>
                    <a:pt x="1081" y="232"/>
                    <a:pt x="838" y="1"/>
                    <a:pt x="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62"/>
            <p:cNvSpPr/>
            <p:nvPr/>
          </p:nvSpPr>
          <p:spPr>
            <a:xfrm>
              <a:off x="3085655" y="3715712"/>
              <a:ext cx="55571" cy="54558"/>
            </a:xfrm>
            <a:custGeom>
              <a:avLst/>
              <a:gdLst/>
              <a:ahLst/>
              <a:cxnLst/>
              <a:rect l="l" t="t" r="r" b="b"/>
              <a:pathLst>
                <a:path w="1097" h="1077" extrusionOk="0">
                  <a:moveTo>
                    <a:pt x="545" y="1"/>
                  </a:moveTo>
                  <a:cubicBezTo>
                    <a:pt x="254" y="1"/>
                    <a:pt x="15" y="230"/>
                    <a:pt x="5" y="524"/>
                  </a:cubicBezTo>
                  <a:cubicBezTo>
                    <a:pt x="0" y="823"/>
                    <a:pt x="234" y="1072"/>
                    <a:pt x="533" y="1077"/>
                  </a:cubicBezTo>
                  <a:cubicBezTo>
                    <a:pt x="539" y="1077"/>
                    <a:pt x="545" y="1077"/>
                    <a:pt x="552" y="1077"/>
                  </a:cubicBezTo>
                  <a:cubicBezTo>
                    <a:pt x="843" y="1077"/>
                    <a:pt x="1081" y="847"/>
                    <a:pt x="1086" y="554"/>
                  </a:cubicBezTo>
                  <a:cubicBezTo>
                    <a:pt x="1096" y="255"/>
                    <a:pt x="863" y="6"/>
                    <a:pt x="563" y="1"/>
                  </a:cubicBezTo>
                  <a:cubicBezTo>
                    <a:pt x="557" y="1"/>
                    <a:pt x="551" y="1"/>
                    <a:pt x="5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62"/>
            <p:cNvSpPr/>
            <p:nvPr/>
          </p:nvSpPr>
          <p:spPr>
            <a:xfrm>
              <a:off x="3085908" y="3601075"/>
              <a:ext cx="54761" cy="54811"/>
            </a:xfrm>
            <a:custGeom>
              <a:avLst/>
              <a:gdLst/>
              <a:ahLst/>
              <a:cxnLst/>
              <a:rect l="l" t="t" r="r" b="b"/>
              <a:pathLst>
                <a:path w="1081" h="1082" extrusionOk="0">
                  <a:moveTo>
                    <a:pt x="543" y="1"/>
                  </a:moveTo>
                  <a:cubicBezTo>
                    <a:pt x="244" y="1"/>
                    <a:pt x="0" y="244"/>
                    <a:pt x="0" y="544"/>
                  </a:cubicBezTo>
                  <a:cubicBezTo>
                    <a:pt x="0" y="843"/>
                    <a:pt x="244" y="1082"/>
                    <a:pt x="543" y="1082"/>
                  </a:cubicBezTo>
                  <a:cubicBezTo>
                    <a:pt x="843" y="1082"/>
                    <a:pt x="1081" y="843"/>
                    <a:pt x="1081" y="544"/>
                  </a:cubicBezTo>
                  <a:cubicBezTo>
                    <a:pt x="1081" y="244"/>
                    <a:pt x="843" y="1"/>
                    <a:pt x="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3A10E967-CBF3-C356-F6F5-A105F0693AE5}"/>
              </a:ext>
            </a:extLst>
          </p:cNvPr>
          <p:cNvSpPr/>
          <p:nvPr/>
        </p:nvSpPr>
        <p:spPr>
          <a:xfrm>
            <a:off x="1056644" y="3468842"/>
            <a:ext cx="3766816" cy="777583"/>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Hygiene Training Workshop by Slidesgo">
  <a:themeElements>
    <a:clrScheme name="Simple Light">
      <a:dk1>
        <a:srgbClr val="033957"/>
      </a:dk1>
      <a:lt1>
        <a:srgbClr val="00659C"/>
      </a:lt1>
      <a:dk2>
        <a:srgbClr val="00A6D9"/>
      </a:dk2>
      <a:lt2>
        <a:srgbClr val="0084BB"/>
      </a:lt2>
      <a:accent1>
        <a:srgbClr val="FFFFFF"/>
      </a:accent1>
      <a:accent2>
        <a:srgbClr val="F1F1F1"/>
      </a:accent2>
      <a:accent3>
        <a:srgbClr val="FFFFFF"/>
      </a:accent3>
      <a:accent4>
        <a:srgbClr val="FFFFFF"/>
      </a:accent4>
      <a:accent5>
        <a:srgbClr val="FFFFFF"/>
      </a:accent5>
      <a:accent6>
        <a:srgbClr val="FFFFFF"/>
      </a:accent6>
      <a:hlink>
        <a:srgbClr val="0339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614</Words>
  <Application>Microsoft Office PowerPoint</Application>
  <PresentationFormat>On-screen Show (16:9)</PresentationFormat>
  <Paragraphs>72</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Open Sans</vt:lpstr>
      <vt:lpstr>Nunito</vt:lpstr>
      <vt:lpstr>Roboto Condensed Light</vt:lpstr>
      <vt:lpstr>Familjen Grotesk</vt:lpstr>
      <vt:lpstr>Arial</vt:lpstr>
      <vt:lpstr>DM Sans</vt:lpstr>
      <vt:lpstr>Chivo</vt:lpstr>
      <vt:lpstr>Outfit Extra Bold</vt:lpstr>
      <vt:lpstr>Daytona</vt:lpstr>
      <vt:lpstr>Hygiene Training Workshop by Slidesgo</vt:lpstr>
      <vt:lpstr>An Integrated Smart Pond Water Quality Monitoring and Fish Farming Recommendation Aquabot System</vt:lpstr>
      <vt:lpstr>PowerPoint Presentation</vt:lpstr>
      <vt:lpstr>Topic of Interest</vt:lpstr>
      <vt:lpstr>Problem Statement</vt:lpstr>
      <vt:lpstr>PowerPoint Presentation</vt:lpstr>
      <vt:lpstr>Defining the Purpose</vt:lpstr>
      <vt:lpstr>Primary Research Question</vt:lpstr>
      <vt:lpstr>PowerPoint Presentation</vt:lpstr>
      <vt:lpstr>Hypothesis</vt:lpstr>
      <vt:lpstr>Literature Review</vt:lpstr>
      <vt:lpstr> Research Gaps &amp; Future Directions:</vt:lpstr>
      <vt:lpstr>PowerPoint Presentation</vt:lpstr>
      <vt:lpstr>Selection of Design</vt:lpstr>
      <vt:lpstr>Components</vt:lpstr>
      <vt:lpstr>PowerPoint Presentation</vt:lpstr>
      <vt:lpstr>Research Variables</vt:lpstr>
      <vt:lpstr>Research Variables</vt:lpstr>
      <vt:lpstr>PowerPoint Presentation</vt:lpstr>
      <vt:lpstr>Scientific Method</vt:lpstr>
      <vt:lpstr>Step by step process to achieve the objective</vt:lpstr>
      <vt:lpstr>References</vt:lpstr>
      <vt:lpstr>Thanks  for being with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আফীফ .</dc:creator>
  <cp:lastModifiedBy>MAHIN MONTASIR AFIF</cp:lastModifiedBy>
  <cp:revision>2</cp:revision>
  <dcterms:modified xsi:type="dcterms:W3CDTF">2024-12-22T15:51:50Z</dcterms:modified>
</cp:coreProperties>
</file>